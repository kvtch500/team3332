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9" r:id="rId1"/>
  </p:sldMasterIdLst>
  <p:notesMasterIdLst>
    <p:notesMasterId r:id="rId19"/>
  </p:notesMasterIdLst>
  <p:sldIdLst>
    <p:sldId id="256" r:id="rId2"/>
    <p:sldId id="257" r:id="rId3"/>
    <p:sldId id="259" r:id="rId4"/>
    <p:sldId id="261" r:id="rId5"/>
    <p:sldId id="264" r:id="rId6"/>
    <p:sldId id="265" r:id="rId7"/>
    <p:sldId id="268" r:id="rId8"/>
    <p:sldId id="271" r:id="rId9"/>
    <p:sldId id="276" r:id="rId10"/>
    <p:sldId id="282" r:id="rId11"/>
    <p:sldId id="305" r:id="rId12"/>
    <p:sldId id="284" r:id="rId13"/>
    <p:sldId id="306" r:id="rId14"/>
    <p:sldId id="288" r:id="rId15"/>
    <p:sldId id="307" r:id="rId16"/>
    <p:sldId id="291" r:id="rId17"/>
    <p:sldId id="30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4"/>
  </p:normalViewPr>
  <p:slideViewPr>
    <p:cSldViewPr snapToGrid="0">
      <p:cViewPr varScale="1">
        <p:scale>
          <a:sx n="107" d="100"/>
          <a:sy n="107" d="100"/>
        </p:scale>
        <p:origin x="10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4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7CF04B-803D-4FDC-8465-FE071D12DEB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C43A17-5F1C-4391-A5EB-663A77EDB2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Launch initial billboard campaigns in cities showing traction</a:t>
          </a:r>
          <a:endParaRPr lang="en-US" dirty="0"/>
        </a:p>
      </dgm:t>
    </dgm:pt>
    <dgm:pt modelId="{7EE7284B-126D-4D74-95F1-3CAE48975FFB}" type="parTrans" cxnId="{3ACF610F-9A64-4BA3-A79F-414073A85A2B}">
      <dgm:prSet/>
      <dgm:spPr/>
      <dgm:t>
        <a:bodyPr/>
        <a:lstStyle/>
        <a:p>
          <a:endParaRPr lang="en-US"/>
        </a:p>
      </dgm:t>
    </dgm:pt>
    <dgm:pt modelId="{3FC33B2E-955D-4D14-8B53-6208662B758F}" type="sibTrans" cxnId="{3ACF610F-9A64-4BA3-A79F-414073A85A2B}">
      <dgm:prSet/>
      <dgm:spPr/>
      <dgm:t>
        <a:bodyPr/>
        <a:lstStyle/>
        <a:p>
          <a:endParaRPr lang="en-US"/>
        </a:p>
      </dgm:t>
    </dgm:pt>
    <dgm:pt modelId="{605EF129-8260-4053-9B77-0EB59233D2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Gradual expansion of </a:t>
          </a:r>
          <a:r>
            <a:rPr lang="en-US" b="1" i="0"/>
            <a:t>in-person monthly runs</a:t>
          </a:r>
          <a:r>
            <a:rPr lang="en-US" b="0" i="0"/>
            <a:t> led by local captains</a:t>
          </a:r>
          <a:endParaRPr lang="en-US"/>
        </a:p>
      </dgm:t>
    </dgm:pt>
    <dgm:pt modelId="{B4C08AB6-9E15-4224-BB1A-D97EECF63B41}" type="parTrans" cxnId="{23FA17FA-810E-4209-BE30-0351B08105DA}">
      <dgm:prSet/>
      <dgm:spPr/>
      <dgm:t>
        <a:bodyPr/>
        <a:lstStyle/>
        <a:p>
          <a:endParaRPr lang="en-US"/>
        </a:p>
      </dgm:t>
    </dgm:pt>
    <dgm:pt modelId="{257C17D1-B4C0-4C7D-B2B8-5EFADBA655C8}" type="sibTrans" cxnId="{23FA17FA-810E-4209-BE30-0351B08105DA}">
      <dgm:prSet/>
      <dgm:spPr/>
      <dgm:t>
        <a:bodyPr/>
        <a:lstStyle/>
        <a:p>
          <a:endParaRPr lang="en-US"/>
        </a:p>
      </dgm:t>
    </dgm:pt>
    <dgm:pt modelId="{C419670E-A125-4FB3-97F6-CF115C20E1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Begin seeking brand sponsorships after reaching </a:t>
          </a:r>
          <a:r>
            <a:rPr lang="en-US" b="1" i="0"/>
            <a:t>10,000 members</a:t>
          </a:r>
          <a:endParaRPr lang="en-US"/>
        </a:p>
      </dgm:t>
    </dgm:pt>
    <dgm:pt modelId="{B647232D-A4D8-416F-8348-141149883E29}" type="parTrans" cxnId="{F5DB2DF3-9819-4D11-AB8E-EB63E9B96D27}">
      <dgm:prSet/>
      <dgm:spPr/>
      <dgm:t>
        <a:bodyPr/>
        <a:lstStyle/>
        <a:p>
          <a:endParaRPr lang="en-US"/>
        </a:p>
      </dgm:t>
    </dgm:pt>
    <dgm:pt modelId="{20ED89B1-A8C0-436C-9727-29126C2779B5}" type="sibTrans" cxnId="{F5DB2DF3-9819-4D11-AB8E-EB63E9B96D27}">
      <dgm:prSet/>
      <dgm:spPr/>
      <dgm:t>
        <a:bodyPr/>
        <a:lstStyle/>
        <a:p>
          <a:endParaRPr lang="en-US"/>
        </a:p>
      </dgm:t>
    </dgm:pt>
    <dgm:pt modelId="{3539CBBF-4D99-4519-88D2-635B571486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Assign a </a:t>
          </a:r>
          <a:r>
            <a:rPr lang="en-US" b="1" i="0"/>
            <a:t>dedicated partnership/sponsorship team</a:t>
          </a:r>
          <a:r>
            <a:rPr lang="en-US" b="0" i="0"/>
            <a:t> at </a:t>
          </a:r>
          <a:r>
            <a:rPr lang="en-US" b="1" i="0"/>
            <a:t>1 million+ members</a:t>
          </a:r>
          <a:endParaRPr lang="en-US"/>
        </a:p>
      </dgm:t>
    </dgm:pt>
    <dgm:pt modelId="{BDF0EA0C-3064-4D51-9539-0F9320A7112F}" type="parTrans" cxnId="{EADF16E3-9AF2-42D4-8337-8236F66085A8}">
      <dgm:prSet/>
      <dgm:spPr/>
      <dgm:t>
        <a:bodyPr/>
        <a:lstStyle/>
        <a:p>
          <a:endParaRPr lang="en-US"/>
        </a:p>
      </dgm:t>
    </dgm:pt>
    <dgm:pt modelId="{FBAA5C9B-01BE-45C0-9F08-049CFD6EA70D}" type="sibTrans" cxnId="{EADF16E3-9AF2-42D4-8337-8236F66085A8}">
      <dgm:prSet/>
      <dgm:spPr/>
      <dgm:t>
        <a:bodyPr/>
        <a:lstStyle/>
        <a:p>
          <a:endParaRPr lang="en-US"/>
        </a:p>
      </dgm:t>
    </dgm:pt>
    <dgm:pt modelId="{99BBF748-A9CD-46CB-9E4D-D2EC7B6055DE}" type="pres">
      <dgm:prSet presAssocID="{007CF04B-803D-4FDC-8465-FE071D12DEBE}" presName="root" presStyleCnt="0">
        <dgm:presLayoutVars>
          <dgm:dir/>
          <dgm:resizeHandles val="exact"/>
        </dgm:presLayoutVars>
      </dgm:prSet>
      <dgm:spPr/>
    </dgm:pt>
    <dgm:pt modelId="{50829EF8-67FC-48D8-870E-E42C09AAA6B0}" type="pres">
      <dgm:prSet presAssocID="{F4C43A17-5F1C-4391-A5EB-663A77EDB2AB}" presName="compNode" presStyleCnt="0"/>
      <dgm:spPr/>
    </dgm:pt>
    <dgm:pt modelId="{A37E3910-C22C-4F32-A4B3-8A3870784DFC}" type="pres">
      <dgm:prSet presAssocID="{F4C43A17-5F1C-4391-A5EB-663A77EDB2AB}" presName="bgRect" presStyleLbl="bgShp" presStyleIdx="0" presStyleCnt="4"/>
      <dgm:spPr/>
    </dgm:pt>
    <dgm:pt modelId="{FD1CC5EE-44EC-4C59-874F-BB31B54BA955}" type="pres">
      <dgm:prSet presAssocID="{F4C43A17-5F1C-4391-A5EB-663A77EDB2A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1A699640-DDF3-4A50-8366-0A0C027C1FC5}" type="pres">
      <dgm:prSet presAssocID="{F4C43A17-5F1C-4391-A5EB-663A77EDB2AB}" presName="spaceRect" presStyleCnt="0"/>
      <dgm:spPr/>
    </dgm:pt>
    <dgm:pt modelId="{543B8DB5-ACFD-473E-B066-84C16FF0E3B5}" type="pres">
      <dgm:prSet presAssocID="{F4C43A17-5F1C-4391-A5EB-663A77EDB2AB}" presName="parTx" presStyleLbl="revTx" presStyleIdx="0" presStyleCnt="4">
        <dgm:presLayoutVars>
          <dgm:chMax val="0"/>
          <dgm:chPref val="0"/>
        </dgm:presLayoutVars>
      </dgm:prSet>
      <dgm:spPr/>
    </dgm:pt>
    <dgm:pt modelId="{A8981225-9C1E-47C1-A0C9-2DE4386C7746}" type="pres">
      <dgm:prSet presAssocID="{3FC33B2E-955D-4D14-8B53-6208662B758F}" presName="sibTrans" presStyleCnt="0"/>
      <dgm:spPr/>
    </dgm:pt>
    <dgm:pt modelId="{8FFAEC81-BD99-43D6-8C12-49F59FF647B8}" type="pres">
      <dgm:prSet presAssocID="{605EF129-8260-4053-9B77-0EB59233D2AB}" presName="compNode" presStyleCnt="0"/>
      <dgm:spPr/>
    </dgm:pt>
    <dgm:pt modelId="{EBC6A0C2-D578-4EA4-8FF8-DAD019B7C6E7}" type="pres">
      <dgm:prSet presAssocID="{605EF129-8260-4053-9B77-0EB59233D2AB}" presName="bgRect" presStyleLbl="bgShp" presStyleIdx="1" presStyleCnt="4"/>
      <dgm:spPr/>
    </dgm:pt>
    <dgm:pt modelId="{FA6248CF-B316-4DE6-8F43-802B685D9007}" type="pres">
      <dgm:prSet presAssocID="{605EF129-8260-4053-9B77-0EB59233D2A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10F34978-87EE-4232-BF11-07DC1D2AC726}" type="pres">
      <dgm:prSet presAssocID="{605EF129-8260-4053-9B77-0EB59233D2AB}" presName="spaceRect" presStyleCnt="0"/>
      <dgm:spPr/>
    </dgm:pt>
    <dgm:pt modelId="{56773F64-2A51-4B50-8C40-FA17D192CFD3}" type="pres">
      <dgm:prSet presAssocID="{605EF129-8260-4053-9B77-0EB59233D2AB}" presName="parTx" presStyleLbl="revTx" presStyleIdx="1" presStyleCnt="4">
        <dgm:presLayoutVars>
          <dgm:chMax val="0"/>
          <dgm:chPref val="0"/>
        </dgm:presLayoutVars>
      </dgm:prSet>
      <dgm:spPr/>
    </dgm:pt>
    <dgm:pt modelId="{AB254129-1599-4474-B0B3-105EAC4105A7}" type="pres">
      <dgm:prSet presAssocID="{257C17D1-B4C0-4C7D-B2B8-5EFADBA655C8}" presName="sibTrans" presStyleCnt="0"/>
      <dgm:spPr/>
    </dgm:pt>
    <dgm:pt modelId="{7086F142-956C-46F3-8703-BF0D17FF5C67}" type="pres">
      <dgm:prSet presAssocID="{C419670E-A125-4FB3-97F6-CF115C20E114}" presName="compNode" presStyleCnt="0"/>
      <dgm:spPr/>
    </dgm:pt>
    <dgm:pt modelId="{96C2A20B-B9BB-467E-8E5E-081E9B65D105}" type="pres">
      <dgm:prSet presAssocID="{C419670E-A125-4FB3-97F6-CF115C20E114}" presName="bgRect" presStyleLbl="bgShp" presStyleIdx="2" presStyleCnt="4"/>
      <dgm:spPr/>
    </dgm:pt>
    <dgm:pt modelId="{8D481AB3-2F19-409E-8045-95C636E8DB42}" type="pres">
      <dgm:prSet presAssocID="{C419670E-A125-4FB3-97F6-CF115C20E1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7C2F6C0-62B3-4861-B4FF-EAFDE25366B8}" type="pres">
      <dgm:prSet presAssocID="{C419670E-A125-4FB3-97F6-CF115C20E114}" presName="spaceRect" presStyleCnt="0"/>
      <dgm:spPr/>
    </dgm:pt>
    <dgm:pt modelId="{4D353DED-C9BF-488A-82D1-FE55D2F80304}" type="pres">
      <dgm:prSet presAssocID="{C419670E-A125-4FB3-97F6-CF115C20E114}" presName="parTx" presStyleLbl="revTx" presStyleIdx="2" presStyleCnt="4">
        <dgm:presLayoutVars>
          <dgm:chMax val="0"/>
          <dgm:chPref val="0"/>
        </dgm:presLayoutVars>
      </dgm:prSet>
      <dgm:spPr/>
    </dgm:pt>
    <dgm:pt modelId="{C741F17D-55DB-47E4-B1C2-C684FA3070D2}" type="pres">
      <dgm:prSet presAssocID="{20ED89B1-A8C0-436C-9727-29126C2779B5}" presName="sibTrans" presStyleCnt="0"/>
      <dgm:spPr/>
    </dgm:pt>
    <dgm:pt modelId="{56D56AF3-F24B-4E3C-AC46-9BA6272878F7}" type="pres">
      <dgm:prSet presAssocID="{3539CBBF-4D99-4519-88D2-635B571486E7}" presName="compNode" presStyleCnt="0"/>
      <dgm:spPr/>
    </dgm:pt>
    <dgm:pt modelId="{BA5A4CDE-C7E2-4B6B-94A9-7CDE8A5A4A11}" type="pres">
      <dgm:prSet presAssocID="{3539CBBF-4D99-4519-88D2-635B571486E7}" presName="bgRect" presStyleLbl="bgShp" presStyleIdx="3" presStyleCnt="4"/>
      <dgm:spPr/>
    </dgm:pt>
    <dgm:pt modelId="{4917A04D-8719-4321-B451-66C41B8E9517}" type="pres">
      <dgm:prSet presAssocID="{3539CBBF-4D99-4519-88D2-635B571486E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7BBCEC8-4370-4770-AA55-600036948380}" type="pres">
      <dgm:prSet presAssocID="{3539CBBF-4D99-4519-88D2-635B571486E7}" presName="spaceRect" presStyleCnt="0"/>
      <dgm:spPr/>
    </dgm:pt>
    <dgm:pt modelId="{CDA333FB-0249-4686-A8B2-F4ADACE14848}" type="pres">
      <dgm:prSet presAssocID="{3539CBBF-4D99-4519-88D2-635B571486E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ACF610F-9A64-4BA3-A79F-414073A85A2B}" srcId="{007CF04B-803D-4FDC-8465-FE071D12DEBE}" destId="{F4C43A17-5F1C-4391-A5EB-663A77EDB2AB}" srcOrd="0" destOrd="0" parTransId="{7EE7284B-126D-4D74-95F1-3CAE48975FFB}" sibTransId="{3FC33B2E-955D-4D14-8B53-6208662B758F}"/>
    <dgm:cxn modelId="{66B13618-14E1-4FC2-8E1A-D6C2D880CB8A}" type="presOf" srcId="{007CF04B-803D-4FDC-8465-FE071D12DEBE}" destId="{99BBF748-A9CD-46CB-9E4D-D2EC7B6055DE}" srcOrd="0" destOrd="0" presId="urn:microsoft.com/office/officeart/2018/2/layout/IconVerticalSolidList"/>
    <dgm:cxn modelId="{532C7BC3-58C2-4312-9B22-ED15C9780FB7}" type="presOf" srcId="{3539CBBF-4D99-4519-88D2-635B571486E7}" destId="{CDA333FB-0249-4686-A8B2-F4ADACE14848}" srcOrd="0" destOrd="0" presId="urn:microsoft.com/office/officeart/2018/2/layout/IconVerticalSolidList"/>
    <dgm:cxn modelId="{EADF16E3-9AF2-42D4-8337-8236F66085A8}" srcId="{007CF04B-803D-4FDC-8465-FE071D12DEBE}" destId="{3539CBBF-4D99-4519-88D2-635B571486E7}" srcOrd="3" destOrd="0" parTransId="{BDF0EA0C-3064-4D51-9539-0F9320A7112F}" sibTransId="{FBAA5C9B-01BE-45C0-9F08-049CFD6EA70D}"/>
    <dgm:cxn modelId="{135ADAEB-5929-4CA3-BFE4-9B0F15A3E278}" type="presOf" srcId="{C419670E-A125-4FB3-97F6-CF115C20E114}" destId="{4D353DED-C9BF-488A-82D1-FE55D2F80304}" srcOrd="0" destOrd="0" presId="urn:microsoft.com/office/officeart/2018/2/layout/IconVerticalSolidList"/>
    <dgm:cxn modelId="{F5DB2DF3-9819-4D11-AB8E-EB63E9B96D27}" srcId="{007CF04B-803D-4FDC-8465-FE071D12DEBE}" destId="{C419670E-A125-4FB3-97F6-CF115C20E114}" srcOrd="2" destOrd="0" parTransId="{B647232D-A4D8-416F-8348-141149883E29}" sibTransId="{20ED89B1-A8C0-436C-9727-29126C2779B5}"/>
    <dgm:cxn modelId="{C34024F9-5F34-4186-A1A0-C65CDCFB1397}" type="presOf" srcId="{F4C43A17-5F1C-4391-A5EB-663A77EDB2AB}" destId="{543B8DB5-ACFD-473E-B066-84C16FF0E3B5}" srcOrd="0" destOrd="0" presId="urn:microsoft.com/office/officeart/2018/2/layout/IconVerticalSolidList"/>
    <dgm:cxn modelId="{23FA17FA-810E-4209-BE30-0351B08105DA}" srcId="{007CF04B-803D-4FDC-8465-FE071D12DEBE}" destId="{605EF129-8260-4053-9B77-0EB59233D2AB}" srcOrd="1" destOrd="0" parTransId="{B4C08AB6-9E15-4224-BB1A-D97EECF63B41}" sibTransId="{257C17D1-B4C0-4C7D-B2B8-5EFADBA655C8}"/>
    <dgm:cxn modelId="{4AEA98FA-CDC2-4BED-B91C-CE3694D9FF05}" type="presOf" srcId="{605EF129-8260-4053-9B77-0EB59233D2AB}" destId="{56773F64-2A51-4B50-8C40-FA17D192CFD3}" srcOrd="0" destOrd="0" presId="urn:microsoft.com/office/officeart/2018/2/layout/IconVerticalSolidList"/>
    <dgm:cxn modelId="{C3A1E7A3-3900-49C8-B3C1-6A3227015A80}" type="presParOf" srcId="{99BBF748-A9CD-46CB-9E4D-D2EC7B6055DE}" destId="{50829EF8-67FC-48D8-870E-E42C09AAA6B0}" srcOrd="0" destOrd="0" presId="urn:microsoft.com/office/officeart/2018/2/layout/IconVerticalSolidList"/>
    <dgm:cxn modelId="{12BE3D76-730F-4C29-A7F9-3C08803B6A3F}" type="presParOf" srcId="{50829EF8-67FC-48D8-870E-E42C09AAA6B0}" destId="{A37E3910-C22C-4F32-A4B3-8A3870784DFC}" srcOrd="0" destOrd="0" presId="urn:microsoft.com/office/officeart/2018/2/layout/IconVerticalSolidList"/>
    <dgm:cxn modelId="{EB2AE334-0F0D-4DC2-8477-25A63535A841}" type="presParOf" srcId="{50829EF8-67FC-48D8-870E-E42C09AAA6B0}" destId="{FD1CC5EE-44EC-4C59-874F-BB31B54BA955}" srcOrd="1" destOrd="0" presId="urn:microsoft.com/office/officeart/2018/2/layout/IconVerticalSolidList"/>
    <dgm:cxn modelId="{29A9AEEA-5AD7-4619-B6B8-A79487E9EAD6}" type="presParOf" srcId="{50829EF8-67FC-48D8-870E-E42C09AAA6B0}" destId="{1A699640-DDF3-4A50-8366-0A0C027C1FC5}" srcOrd="2" destOrd="0" presId="urn:microsoft.com/office/officeart/2018/2/layout/IconVerticalSolidList"/>
    <dgm:cxn modelId="{B048F645-3844-4894-ABC6-11CC03001F44}" type="presParOf" srcId="{50829EF8-67FC-48D8-870E-E42C09AAA6B0}" destId="{543B8DB5-ACFD-473E-B066-84C16FF0E3B5}" srcOrd="3" destOrd="0" presId="urn:microsoft.com/office/officeart/2018/2/layout/IconVerticalSolidList"/>
    <dgm:cxn modelId="{B705E0C6-C95C-4140-9EA5-8C55B8329934}" type="presParOf" srcId="{99BBF748-A9CD-46CB-9E4D-D2EC7B6055DE}" destId="{A8981225-9C1E-47C1-A0C9-2DE4386C7746}" srcOrd="1" destOrd="0" presId="urn:microsoft.com/office/officeart/2018/2/layout/IconVerticalSolidList"/>
    <dgm:cxn modelId="{CAA00826-2FC0-4903-B6A0-D88288856389}" type="presParOf" srcId="{99BBF748-A9CD-46CB-9E4D-D2EC7B6055DE}" destId="{8FFAEC81-BD99-43D6-8C12-49F59FF647B8}" srcOrd="2" destOrd="0" presId="urn:microsoft.com/office/officeart/2018/2/layout/IconVerticalSolidList"/>
    <dgm:cxn modelId="{42E091A5-C47C-49EA-AC3D-6ECACC491673}" type="presParOf" srcId="{8FFAEC81-BD99-43D6-8C12-49F59FF647B8}" destId="{EBC6A0C2-D578-4EA4-8FF8-DAD019B7C6E7}" srcOrd="0" destOrd="0" presId="urn:microsoft.com/office/officeart/2018/2/layout/IconVerticalSolidList"/>
    <dgm:cxn modelId="{81FEF8D5-217B-44C6-B24B-02C1A148C3A7}" type="presParOf" srcId="{8FFAEC81-BD99-43D6-8C12-49F59FF647B8}" destId="{FA6248CF-B316-4DE6-8F43-802B685D9007}" srcOrd="1" destOrd="0" presId="urn:microsoft.com/office/officeart/2018/2/layout/IconVerticalSolidList"/>
    <dgm:cxn modelId="{7185AB3E-CD18-4FB6-8B78-D1ACB19380F7}" type="presParOf" srcId="{8FFAEC81-BD99-43D6-8C12-49F59FF647B8}" destId="{10F34978-87EE-4232-BF11-07DC1D2AC726}" srcOrd="2" destOrd="0" presId="urn:microsoft.com/office/officeart/2018/2/layout/IconVerticalSolidList"/>
    <dgm:cxn modelId="{792D7F6C-30E4-4638-9C58-D44E4E1CC5D6}" type="presParOf" srcId="{8FFAEC81-BD99-43D6-8C12-49F59FF647B8}" destId="{56773F64-2A51-4B50-8C40-FA17D192CFD3}" srcOrd="3" destOrd="0" presId="urn:microsoft.com/office/officeart/2018/2/layout/IconVerticalSolidList"/>
    <dgm:cxn modelId="{FD7DCDF1-D20B-4B94-A02B-25298E41484F}" type="presParOf" srcId="{99BBF748-A9CD-46CB-9E4D-D2EC7B6055DE}" destId="{AB254129-1599-4474-B0B3-105EAC4105A7}" srcOrd="3" destOrd="0" presId="urn:microsoft.com/office/officeart/2018/2/layout/IconVerticalSolidList"/>
    <dgm:cxn modelId="{4DCEC811-E6D2-4210-957B-3A49218E83C3}" type="presParOf" srcId="{99BBF748-A9CD-46CB-9E4D-D2EC7B6055DE}" destId="{7086F142-956C-46F3-8703-BF0D17FF5C67}" srcOrd="4" destOrd="0" presId="urn:microsoft.com/office/officeart/2018/2/layout/IconVerticalSolidList"/>
    <dgm:cxn modelId="{B139E85C-2819-4884-A285-B77DAA73E756}" type="presParOf" srcId="{7086F142-956C-46F3-8703-BF0D17FF5C67}" destId="{96C2A20B-B9BB-467E-8E5E-081E9B65D105}" srcOrd="0" destOrd="0" presId="urn:microsoft.com/office/officeart/2018/2/layout/IconVerticalSolidList"/>
    <dgm:cxn modelId="{200779BF-3708-4E68-BAD4-5081228D8BB0}" type="presParOf" srcId="{7086F142-956C-46F3-8703-BF0D17FF5C67}" destId="{8D481AB3-2F19-409E-8045-95C636E8DB42}" srcOrd="1" destOrd="0" presId="urn:microsoft.com/office/officeart/2018/2/layout/IconVerticalSolidList"/>
    <dgm:cxn modelId="{4B696D61-8B0C-42FA-B8E8-6091A4D8F04F}" type="presParOf" srcId="{7086F142-956C-46F3-8703-BF0D17FF5C67}" destId="{97C2F6C0-62B3-4861-B4FF-EAFDE25366B8}" srcOrd="2" destOrd="0" presId="urn:microsoft.com/office/officeart/2018/2/layout/IconVerticalSolidList"/>
    <dgm:cxn modelId="{9212B1D7-31F9-4D8F-B5B8-16E9C78E6BF3}" type="presParOf" srcId="{7086F142-956C-46F3-8703-BF0D17FF5C67}" destId="{4D353DED-C9BF-488A-82D1-FE55D2F80304}" srcOrd="3" destOrd="0" presId="urn:microsoft.com/office/officeart/2018/2/layout/IconVerticalSolidList"/>
    <dgm:cxn modelId="{691E2A99-339F-4DFB-9D92-17FA1206CCB3}" type="presParOf" srcId="{99BBF748-A9CD-46CB-9E4D-D2EC7B6055DE}" destId="{C741F17D-55DB-47E4-B1C2-C684FA3070D2}" srcOrd="5" destOrd="0" presId="urn:microsoft.com/office/officeart/2018/2/layout/IconVerticalSolidList"/>
    <dgm:cxn modelId="{24CB9E16-FAF9-4A02-8A05-B3C8967642DE}" type="presParOf" srcId="{99BBF748-A9CD-46CB-9E4D-D2EC7B6055DE}" destId="{56D56AF3-F24B-4E3C-AC46-9BA6272878F7}" srcOrd="6" destOrd="0" presId="urn:microsoft.com/office/officeart/2018/2/layout/IconVerticalSolidList"/>
    <dgm:cxn modelId="{306D28DD-E392-4A74-8A84-D1C32258FB43}" type="presParOf" srcId="{56D56AF3-F24B-4E3C-AC46-9BA6272878F7}" destId="{BA5A4CDE-C7E2-4B6B-94A9-7CDE8A5A4A11}" srcOrd="0" destOrd="0" presId="urn:microsoft.com/office/officeart/2018/2/layout/IconVerticalSolidList"/>
    <dgm:cxn modelId="{C4C30468-962B-4162-A857-41AC93E1E77D}" type="presParOf" srcId="{56D56AF3-F24B-4E3C-AC46-9BA6272878F7}" destId="{4917A04D-8719-4321-B451-66C41B8E9517}" srcOrd="1" destOrd="0" presId="urn:microsoft.com/office/officeart/2018/2/layout/IconVerticalSolidList"/>
    <dgm:cxn modelId="{1B3ED0E9-15F1-4583-8A31-31FA2D430D4E}" type="presParOf" srcId="{56D56AF3-F24B-4E3C-AC46-9BA6272878F7}" destId="{27BBCEC8-4370-4770-AA55-600036948380}" srcOrd="2" destOrd="0" presId="urn:microsoft.com/office/officeart/2018/2/layout/IconVerticalSolidList"/>
    <dgm:cxn modelId="{BA5BA6E2-2857-4E36-AAC2-3B116E070D20}" type="presParOf" srcId="{56D56AF3-F24B-4E3C-AC46-9BA6272878F7}" destId="{CDA333FB-0249-4686-A8B2-F4ADACE148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82CAA4-1072-47D4-BEE1-D97C03A54A4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9F13899-0BBF-42FD-8BF4-73893B4DAF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Virtual races &amp; leaderboards</a:t>
          </a:r>
          <a:endParaRPr lang="en-US"/>
        </a:p>
      </dgm:t>
    </dgm:pt>
    <dgm:pt modelId="{43A86FD2-C634-4AE1-AF3D-5249547FAFA7}" type="parTrans" cxnId="{22CAA0FE-77F2-4C64-BD76-7281286E55EA}">
      <dgm:prSet/>
      <dgm:spPr/>
      <dgm:t>
        <a:bodyPr/>
        <a:lstStyle/>
        <a:p>
          <a:endParaRPr lang="en-US"/>
        </a:p>
      </dgm:t>
    </dgm:pt>
    <dgm:pt modelId="{CF75694E-E034-4243-BD91-8DB69F3AF012}" type="sibTrans" cxnId="{22CAA0FE-77F2-4C64-BD76-7281286E55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07C20D0-FC0E-4E07-A3F1-CF72AD53C8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Captain badge system &amp; member tiers</a:t>
          </a:r>
          <a:endParaRPr lang="en-US"/>
        </a:p>
      </dgm:t>
    </dgm:pt>
    <dgm:pt modelId="{93B4B0D8-9855-44B7-8964-ECCDC7AF7FD6}" type="parTrans" cxnId="{D819DE6A-3EE5-4973-A185-1232CAA64D36}">
      <dgm:prSet/>
      <dgm:spPr/>
      <dgm:t>
        <a:bodyPr/>
        <a:lstStyle/>
        <a:p>
          <a:endParaRPr lang="en-US"/>
        </a:p>
      </dgm:t>
    </dgm:pt>
    <dgm:pt modelId="{B5B0BB10-A055-4A92-A5EB-CD8443646600}" type="sibTrans" cxnId="{D819DE6A-3EE5-4973-A185-1232CAA64D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E6C7967-499A-4E2E-82F1-A11FA66D9B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Forum/community calls</a:t>
          </a:r>
          <a:endParaRPr lang="en-US"/>
        </a:p>
      </dgm:t>
    </dgm:pt>
    <dgm:pt modelId="{E3464287-D33F-4168-AF4C-D26706EB5816}" type="parTrans" cxnId="{7C80E740-02BA-4A7E-A8D2-242CC7BD87C9}">
      <dgm:prSet/>
      <dgm:spPr/>
      <dgm:t>
        <a:bodyPr/>
        <a:lstStyle/>
        <a:p>
          <a:endParaRPr lang="en-US"/>
        </a:p>
      </dgm:t>
    </dgm:pt>
    <dgm:pt modelId="{DAB736A2-5665-4241-9B13-FFB1F0901079}" type="sibTrans" cxnId="{7C80E740-02BA-4A7E-A8D2-242CC7BD87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7A066CF-ABB8-4BA3-A72F-BA3FF77D04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In-app tracking tools (Strava-like)</a:t>
          </a:r>
          <a:endParaRPr lang="en-US"/>
        </a:p>
      </dgm:t>
    </dgm:pt>
    <dgm:pt modelId="{6C5C7D45-5B7B-4631-93FF-9A74EB3493CE}" type="parTrans" cxnId="{D768D515-A613-44E0-B237-D60BFF7E026B}">
      <dgm:prSet/>
      <dgm:spPr/>
      <dgm:t>
        <a:bodyPr/>
        <a:lstStyle/>
        <a:p>
          <a:endParaRPr lang="en-US"/>
        </a:p>
      </dgm:t>
    </dgm:pt>
    <dgm:pt modelId="{BACDB58C-CD55-4DFE-B497-CB90BB11BC27}" type="sibTrans" cxnId="{D768D515-A613-44E0-B237-D60BFF7E02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37C4E6-CF6D-4BB0-91AB-D8BD5D3F4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Badges, apparel rewards, and café perks</a:t>
          </a:r>
          <a:endParaRPr lang="en-US"/>
        </a:p>
      </dgm:t>
    </dgm:pt>
    <dgm:pt modelId="{DFE91E0F-CD6C-4125-A3AE-B0948E2D3862}" type="parTrans" cxnId="{B0436A42-2C2B-4935-A0DA-7BCA21364298}">
      <dgm:prSet/>
      <dgm:spPr/>
      <dgm:t>
        <a:bodyPr/>
        <a:lstStyle/>
        <a:p>
          <a:endParaRPr lang="en-US"/>
        </a:p>
      </dgm:t>
    </dgm:pt>
    <dgm:pt modelId="{490A2792-EF8D-4BF7-AB25-50580596E22D}" type="sibTrans" cxnId="{B0436A42-2C2B-4935-A0DA-7BCA2136429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C32245D-27BF-49D3-A46D-B575B48C1D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Social sharing tools for maps/photos (no videos)</a:t>
          </a:r>
          <a:endParaRPr lang="en-US"/>
        </a:p>
      </dgm:t>
    </dgm:pt>
    <dgm:pt modelId="{2EA061C7-A27B-491C-8506-0C9D90B9E79C}" type="parTrans" cxnId="{D630CCD1-AE47-4783-A216-6DC3697C920D}">
      <dgm:prSet/>
      <dgm:spPr/>
      <dgm:t>
        <a:bodyPr/>
        <a:lstStyle/>
        <a:p>
          <a:endParaRPr lang="en-US"/>
        </a:p>
      </dgm:t>
    </dgm:pt>
    <dgm:pt modelId="{C6FD10B0-789D-417F-BDFE-79EC7F5F3D77}" type="sibTrans" cxnId="{D630CCD1-AE47-4783-A216-6DC3697C920D}">
      <dgm:prSet/>
      <dgm:spPr/>
      <dgm:t>
        <a:bodyPr/>
        <a:lstStyle/>
        <a:p>
          <a:endParaRPr lang="en-US"/>
        </a:p>
      </dgm:t>
    </dgm:pt>
    <dgm:pt modelId="{E40EC8B3-D58F-4A8C-BE75-84F8D97C7010}" type="pres">
      <dgm:prSet presAssocID="{1082CAA4-1072-47D4-BEE1-D97C03A54A4B}" presName="root" presStyleCnt="0">
        <dgm:presLayoutVars>
          <dgm:dir/>
          <dgm:resizeHandles val="exact"/>
        </dgm:presLayoutVars>
      </dgm:prSet>
      <dgm:spPr/>
    </dgm:pt>
    <dgm:pt modelId="{2F5587BC-ED8C-4101-8B08-44B02C408ABF}" type="pres">
      <dgm:prSet presAssocID="{1082CAA4-1072-47D4-BEE1-D97C03A54A4B}" presName="container" presStyleCnt="0">
        <dgm:presLayoutVars>
          <dgm:dir/>
          <dgm:resizeHandles val="exact"/>
        </dgm:presLayoutVars>
      </dgm:prSet>
      <dgm:spPr/>
    </dgm:pt>
    <dgm:pt modelId="{A7C1945C-1D17-4886-84AA-263BC872A033}" type="pres">
      <dgm:prSet presAssocID="{F9F13899-0BBF-42FD-8BF4-73893B4DAF29}" presName="compNode" presStyleCnt="0"/>
      <dgm:spPr/>
    </dgm:pt>
    <dgm:pt modelId="{832D14FB-BF3D-44C9-B791-5B32889C1BD3}" type="pres">
      <dgm:prSet presAssocID="{F9F13899-0BBF-42FD-8BF4-73893B4DAF29}" presName="iconBgRect" presStyleLbl="bgShp" presStyleIdx="0" presStyleCnt="6"/>
      <dgm:spPr/>
    </dgm:pt>
    <dgm:pt modelId="{8E30F03A-F798-4D70-BB27-531651B064E9}" type="pres">
      <dgm:prSet presAssocID="{F9F13899-0BBF-42FD-8BF4-73893B4DAF2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9740CA4C-EE68-4116-AD80-9C46565FD7CE}" type="pres">
      <dgm:prSet presAssocID="{F9F13899-0BBF-42FD-8BF4-73893B4DAF29}" presName="spaceRect" presStyleCnt="0"/>
      <dgm:spPr/>
    </dgm:pt>
    <dgm:pt modelId="{6EE5E805-936B-4E1E-9625-0943A2337B14}" type="pres">
      <dgm:prSet presAssocID="{F9F13899-0BBF-42FD-8BF4-73893B4DAF29}" presName="textRect" presStyleLbl="revTx" presStyleIdx="0" presStyleCnt="6">
        <dgm:presLayoutVars>
          <dgm:chMax val="1"/>
          <dgm:chPref val="1"/>
        </dgm:presLayoutVars>
      </dgm:prSet>
      <dgm:spPr/>
    </dgm:pt>
    <dgm:pt modelId="{2ED89F69-42DE-4A27-BACB-39755C742D9C}" type="pres">
      <dgm:prSet presAssocID="{CF75694E-E034-4243-BD91-8DB69F3AF012}" presName="sibTrans" presStyleLbl="sibTrans2D1" presStyleIdx="0" presStyleCnt="0"/>
      <dgm:spPr/>
    </dgm:pt>
    <dgm:pt modelId="{FF69012E-F7DE-4D3C-8F60-DA0746F11616}" type="pres">
      <dgm:prSet presAssocID="{507C20D0-FC0E-4E07-A3F1-CF72AD53C825}" presName="compNode" presStyleCnt="0"/>
      <dgm:spPr/>
    </dgm:pt>
    <dgm:pt modelId="{D84BC21E-7C95-4A5E-B659-2741DB482BDB}" type="pres">
      <dgm:prSet presAssocID="{507C20D0-FC0E-4E07-A3F1-CF72AD53C825}" presName="iconBgRect" presStyleLbl="bgShp" presStyleIdx="1" presStyleCnt="6"/>
      <dgm:spPr/>
    </dgm:pt>
    <dgm:pt modelId="{659EFF12-FAC1-43D0-AF8A-0D40435AEE3A}" type="pres">
      <dgm:prSet presAssocID="{507C20D0-FC0E-4E07-A3F1-CF72AD53C82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FFDE2BFD-7D07-4BDA-8702-37FA36914777}" type="pres">
      <dgm:prSet presAssocID="{507C20D0-FC0E-4E07-A3F1-CF72AD53C825}" presName="spaceRect" presStyleCnt="0"/>
      <dgm:spPr/>
    </dgm:pt>
    <dgm:pt modelId="{8397596F-5625-4FF3-84F0-DE78FF17FF8E}" type="pres">
      <dgm:prSet presAssocID="{507C20D0-FC0E-4E07-A3F1-CF72AD53C825}" presName="textRect" presStyleLbl="revTx" presStyleIdx="1" presStyleCnt="6">
        <dgm:presLayoutVars>
          <dgm:chMax val="1"/>
          <dgm:chPref val="1"/>
        </dgm:presLayoutVars>
      </dgm:prSet>
      <dgm:spPr/>
    </dgm:pt>
    <dgm:pt modelId="{E53C0E49-A50C-4A6B-950E-3042FABFFAE1}" type="pres">
      <dgm:prSet presAssocID="{B5B0BB10-A055-4A92-A5EB-CD8443646600}" presName="sibTrans" presStyleLbl="sibTrans2D1" presStyleIdx="0" presStyleCnt="0"/>
      <dgm:spPr/>
    </dgm:pt>
    <dgm:pt modelId="{CAE6C025-EB47-4D23-BF5B-34D3DF175491}" type="pres">
      <dgm:prSet presAssocID="{0E6C7967-499A-4E2E-82F1-A11FA66D9B9D}" presName="compNode" presStyleCnt="0"/>
      <dgm:spPr/>
    </dgm:pt>
    <dgm:pt modelId="{451D67C1-FA7E-4916-832E-871C39591F85}" type="pres">
      <dgm:prSet presAssocID="{0E6C7967-499A-4E2E-82F1-A11FA66D9B9D}" presName="iconBgRect" presStyleLbl="bgShp" presStyleIdx="2" presStyleCnt="6"/>
      <dgm:spPr/>
    </dgm:pt>
    <dgm:pt modelId="{DA7F67CF-6DBD-40E7-8699-3D4510134F2E}" type="pres">
      <dgm:prSet presAssocID="{0E6C7967-499A-4E2E-82F1-A11FA66D9B9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5A6D809-3C53-4F09-AEE0-A167AF7CB611}" type="pres">
      <dgm:prSet presAssocID="{0E6C7967-499A-4E2E-82F1-A11FA66D9B9D}" presName="spaceRect" presStyleCnt="0"/>
      <dgm:spPr/>
    </dgm:pt>
    <dgm:pt modelId="{9FD3E8A7-0D10-4457-8EA8-FC7815E158C8}" type="pres">
      <dgm:prSet presAssocID="{0E6C7967-499A-4E2E-82F1-A11FA66D9B9D}" presName="textRect" presStyleLbl="revTx" presStyleIdx="2" presStyleCnt="6">
        <dgm:presLayoutVars>
          <dgm:chMax val="1"/>
          <dgm:chPref val="1"/>
        </dgm:presLayoutVars>
      </dgm:prSet>
      <dgm:spPr/>
    </dgm:pt>
    <dgm:pt modelId="{D43B9C65-2E2E-486D-AAA7-AA5A1578D785}" type="pres">
      <dgm:prSet presAssocID="{DAB736A2-5665-4241-9B13-FFB1F0901079}" presName="sibTrans" presStyleLbl="sibTrans2D1" presStyleIdx="0" presStyleCnt="0"/>
      <dgm:spPr/>
    </dgm:pt>
    <dgm:pt modelId="{9BCC2AF5-5C36-4BB2-B6E7-DFDE55B6105E}" type="pres">
      <dgm:prSet presAssocID="{B7A066CF-ABB8-4BA3-A72F-BA3FF77D0429}" presName="compNode" presStyleCnt="0"/>
      <dgm:spPr/>
    </dgm:pt>
    <dgm:pt modelId="{20582299-B56A-4883-A2DF-AC21C5A8F985}" type="pres">
      <dgm:prSet presAssocID="{B7A066CF-ABB8-4BA3-A72F-BA3FF77D0429}" presName="iconBgRect" presStyleLbl="bgShp" presStyleIdx="3" presStyleCnt="6"/>
      <dgm:spPr/>
    </dgm:pt>
    <dgm:pt modelId="{7B79BFC3-CC71-4EB8-A167-23A1262D85F6}" type="pres">
      <dgm:prSet presAssocID="{B7A066CF-ABB8-4BA3-A72F-BA3FF77D042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ss"/>
        </a:ext>
      </dgm:extLst>
    </dgm:pt>
    <dgm:pt modelId="{43FADF21-ECBE-4123-B1BE-95D940ED15F4}" type="pres">
      <dgm:prSet presAssocID="{B7A066CF-ABB8-4BA3-A72F-BA3FF77D0429}" presName="spaceRect" presStyleCnt="0"/>
      <dgm:spPr/>
    </dgm:pt>
    <dgm:pt modelId="{82FC6930-5694-4870-8F51-D24F3BC05C1D}" type="pres">
      <dgm:prSet presAssocID="{B7A066CF-ABB8-4BA3-A72F-BA3FF77D0429}" presName="textRect" presStyleLbl="revTx" presStyleIdx="3" presStyleCnt="6">
        <dgm:presLayoutVars>
          <dgm:chMax val="1"/>
          <dgm:chPref val="1"/>
        </dgm:presLayoutVars>
      </dgm:prSet>
      <dgm:spPr/>
    </dgm:pt>
    <dgm:pt modelId="{20F30E7A-989E-4A8C-BB34-A384164F0F01}" type="pres">
      <dgm:prSet presAssocID="{BACDB58C-CD55-4DFE-B497-CB90BB11BC27}" presName="sibTrans" presStyleLbl="sibTrans2D1" presStyleIdx="0" presStyleCnt="0"/>
      <dgm:spPr/>
    </dgm:pt>
    <dgm:pt modelId="{1E3CC3A1-4D1B-4504-ABE0-CE7EF4C6B658}" type="pres">
      <dgm:prSet presAssocID="{5637C4E6-CF6D-4BB0-91AB-D8BD5D3F4F30}" presName="compNode" presStyleCnt="0"/>
      <dgm:spPr/>
    </dgm:pt>
    <dgm:pt modelId="{3E49344E-4E85-492A-829E-33D58F7FA634}" type="pres">
      <dgm:prSet presAssocID="{5637C4E6-CF6D-4BB0-91AB-D8BD5D3F4F30}" presName="iconBgRect" presStyleLbl="bgShp" presStyleIdx="4" presStyleCnt="6"/>
      <dgm:spPr/>
    </dgm:pt>
    <dgm:pt modelId="{0C01805F-60B0-4D8C-8E7E-4298C7BDE4E3}" type="pres">
      <dgm:prSet presAssocID="{5637C4E6-CF6D-4BB0-91AB-D8BD5D3F4F3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al"/>
        </a:ext>
      </dgm:extLst>
    </dgm:pt>
    <dgm:pt modelId="{674B70C6-649A-46F6-A999-3A35EE06DE0B}" type="pres">
      <dgm:prSet presAssocID="{5637C4E6-CF6D-4BB0-91AB-D8BD5D3F4F30}" presName="spaceRect" presStyleCnt="0"/>
      <dgm:spPr/>
    </dgm:pt>
    <dgm:pt modelId="{EEFC47ED-8D21-460F-952F-3852C02D9CE8}" type="pres">
      <dgm:prSet presAssocID="{5637C4E6-CF6D-4BB0-91AB-D8BD5D3F4F30}" presName="textRect" presStyleLbl="revTx" presStyleIdx="4" presStyleCnt="6">
        <dgm:presLayoutVars>
          <dgm:chMax val="1"/>
          <dgm:chPref val="1"/>
        </dgm:presLayoutVars>
      </dgm:prSet>
      <dgm:spPr/>
    </dgm:pt>
    <dgm:pt modelId="{DA93019D-69AA-49A3-B6D3-F8C9367CB9AF}" type="pres">
      <dgm:prSet presAssocID="{490A2792-EF8D-4BF7-AB25-50580596E22D}" presName="sibTrans" presStyleLbl="sibTrans2D1" presStyleIdx="0" presStyleCnt="0"/>
      <dgm:spPr/>
    </dgm:pt>
    <dgm:pt modelId="{218B9450-1B03-4CCA-A1FD-710B6F1597B4}" type="pres">
      <dgm:prSet presAssocID="{FC32245D-27BF-49D3-A46D-B575B48C1D31}" presName="compNode" presStyleCnt="0"/>
      <dgm:spPr/>
    </dgm:pt>
    <dgm:pt modelId="{EF095B0B-04A7-4A9A-BD74-A3A3F1DE2486}" type="pres">
      <dgm:prSet presAssocID="{FC32245D-27BF-49D3-A46D-B575B48C1D31}" presName="iconBgRect" presStyleLbl="bgShp" presStyleIdx="5" presStyleCnt="6"/>
      <dgm:spPr/>
    </dgm:pt>
    <dgm:pt modelId="{94F3BCFF-53E5-427D-B4DD-167CD8ECA226}" type="pres">
      <dgm:prSet presAssocID="{FC32245D-27BF-49D3-A46D-B575B48C1D3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9ADB0A7B-DEC6-431B-B04E-6C15258DBD14}" type="pres">
      <dgm:prSet presAssocID="{FC32245D-27BF-49D3-A46D-B575B48C1D31}" presName="spaceRect" presStyleCnt="0"/>
      <dgm:spPr/>
    </dgm:pt>
    <dgm:pt modelId="{6E2D7751-E8E2-47F3-8B31-AA947085BEAF}" type="pres">
      <dgm:prSet presAssocID="{FC32245D-27BF-49D3-A46D-B575B48C1D3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596B003-5A28-4620-BBB3-98C6216A25A7}" type="presOf" srcId="{B5B0BB10-A055-4A92-A5EB-CD8443646600}" destId="{E53C0E49-A50C-4A6B-950E-3042FABFFAE1}" srcOrd="0" destOrd="0" presId="urn:microsoft.com/office/officeart/2018/2/layout/IconCircleList"/>
    <dgm:cxn modelId="{FC5C170A-BB18-4D8F-9CA7-C27A93E5F2A8}" type="presOf" srcId="{BACDB58C-CD55-4DFE-B497-CB90BB11BC27}" destId="{20F30E7A-989E-4A8C-BB34-A384164F0F01}" srcOrd="0" destOrd="0" presId="urn:microsoft.com/office/officeart/2018/2/layout/IconCircleList"/>
    <dgm:cxn modelId="{D768D515-A613-44E0-B237-D60BFF7E026B}" srcId="{1082CAA4-1072-47D4-BEE1-D97C03A54A4B}" destId="{B7A066CF-ABB8-4BA3-A72F-BA3FF77D0429}" srcOrd="3" destOrd="0" parTransId="{6C5C7D45-5B7B-4631-93FF-9A74EB3493CE}" sibTransId="{BACDB58C-CD55-4DFE-B497-CB90BB11BC27}"/>
    <dgm:cxn modelId="{9FAAA816-416C-40AE-8DE4-D09E6A73CBB7}" type="presOf" srcId="{507C20D0-FC0E-4E07-A3F1-CF72AD53C825}" destId="{8397596F-5625-4FF3-84F0-DE78FF17FF8E}" srcOrd="0" destOrd="0" presId="urn:microsoft.com/office/officeart/2018/2/layout/IconCircleList"/>
    <dgm:cxn modelId="{14758931-06D3-4439-8A5A-F86140C048D2}" type="presOf" srcId="{F9F13899-0BBF-42FD-8BF4-73893B4DAF29}" destId="{6EE5E805-936B-4E1E-9625-0943A2337B14}" srcOrd="0" destOrd="0" presId="urn:microsoft.com/office/officeart/2018/2/layout/IconCircleList"/>
    <dgm:cxn modelId="{7C80E740-02BA-4A7E-A8D2-242CC7BD87C9}" srcId="{1082CAA4-1072-47D4-BEE1-D97C03A54A4B}" destId="{0E6C7967-499A-4E2E-82F1-A11FA66D9B9D}" srcOrd="2" destOrd="0" parTransId="{E3464287-D33F-4168-AF4C-D26706EB5816}" sibTransId="{DAB736A2-5665-4241-9B13-FFB1F0901079}"/>
    <dgm:cxn modelId="{B0436A42-2C2B-4935-A0DA-7BCA21364298}" srcId="{1082CAA4-1072-47D4-BEE1-D97C03A54A4B}" destId="{5637C4E6-CF6D-4BB0-91AB-D8BD5D3F4F30}" srcOrd="4" destOrd="0" parTransId="{DFE91E0F-CD6C-4125-A3AE-B0948E2D3862}" sibTransId="{490A2792-EF8D-4BF7-AB25-50580596E22D}"/>
    <dgm:cxn modelId="{36813F4C-0CBE-44ED-9951-69E5B9DDA265}" type="presOf" srcId="{DAB736A2-5665-4241-9B13-FFB1F0901079}" destId="{D43B9C65-2E2E-486D-AAA7-AA5A1578D785}" srcOrd="0" destOrd="0" presId="urn:microsoft.com/office/officeart/2018/2/layout/IconCircleList"/>
    <dgm:cxn modelId="{048FBE65-A267-4FB4-B61E-14F880024A5D}" type="presOf" srcId="{1082CAA4-1072-47D4-BEE1-D97C03A54A4B}" destId="{E40EC8B3-D58F-4A8C-BE75-84F8D97C7010}" srcOrd="0" destOrd="0" presId="urn:microsoft.com/office/officeart/2018/2/layout/IconCircleList"/>
    <dgm:cxn modelId="{D819DE6A-3EE5-4973-A185-1232CAA64D36}" srcId="{1082CAA4-1072-47D4-BEE1-D97C03A54A4B}" destId="{507C20D0-FC0E-4E07-A3F1-CF72AD53C825}" srcOrd="1" destOrd="0" parTransId="{93B4B0D8-9855-44B7-8964-ECCDC7AF7FD6}" sibTransId="{B5B0BB10-A055-4A92-A5EB-CD8443646600}"/>
    <dgm:cxn modelId="{4B429A7E-CABE-4C01-BD94-D6D950419254}" type="presOf" srcId="{0E6C7967-499A-4E2E-82F1-A11FA66D9B9D}" destId="{9FD3E8A7-0D10-4457-8EA8-FC7815E158C8}" srcOrd="0" destOrd="0" presId="urn:microsoft.com/office/officeart/2018/2/layout/IconCircleList"/>
    <dgm:cxn modelId="{41CA4ABA-6559-4A9A-AF99-2E4F6506C5F1}" type="presOf" srcId="{490A2792-EF8D-4BF7-AB25-50580596E22D}" destId="{DA93019D-69AA-49A3-B6D3-F8C9367CB9AF}" srcOrd="0" destOrd="0" presId="urn:microsoft.com/office/officeart/2018/2/layout/IconCircleList"/>
    <dgm:cxn modelId="{60516DC4-E3E7-4590-80D0-0DBC1DA57648}" type="presOf" srcId="{5637C4E6-CF6D-4BB0-91AB-D8BD5D3F4F30}" destId="{EEFC47ED-8D21-460F-952F-3852C02D9CE8}" srcOrd="0" destOrd="0" presId="urn:microsoft.com/office/officeart/2018/2/layout/IconCircleList"/>
    <dgm:cxn modelId="{AE0826C6-D76A-4CD6-9299-8B8FB30C059A}" type="presOf" srcId="{FC32245D-27BF-49D3-A46D-B575B48C1D31}" destId="{6E2D7751-E8E2-47F3-8B31-AA947085BEAF}" srcOrd="0" destOrd="0" presId="urn:microsoft.com/office/officeart/2018/2/layout/IconCircleList"/>
    <dgm:cxn modelId="{D630CCD1-AE47-4783-A216-6DC3697C920D}" srcId="{1082CAA4-1072-47D4-BEE1-D97C03A54A4B}" destId="{FC32245D-27BF-49D3-A46D-B575B48C1D31}" srcOrd="5" destOrd="0" parTransId="{2EA061C7-A27B-491C-8506-0C9D90B9E79C}" sibTransId="{C6FD10B0-789D-417F-BDFE-79EC7F5F3D77}"/>
    <dgm:cxn modelId="{EB526BE9-82F9-46F4-8BFC-9B5A92625C45}" type="presOf" srcId="{B7A066CF-ABB8-4BA3-A72F-BA3FF77D0429}" destId="{82FC6930-5694-4870-8F51-D24F3BC05C1D}" srcOrd="0" destOrd="0" presId="urn:microsoft.com/office/officeart/2018/2/layout/IconCircleList"/>
    <dgm:cxn modelId="{C344DBF4-741E-4BBD-B663-06443E0A8AF1}" type="presOf" srcId="{CF75694E-E034-4243-BD91-8DB69F3AF012}" destId="{2ED89F69-42DE-4A27-BACB-39755C742D9C}" srcOrd="0" destOrd="0" presId="urn:microsoft.com/office/officeart/2018/2/layout/IconCircleList"/>
    <dgm:cxn modelId="{22CAA0FE-77F2-4C64-BD76-7281286E55EA}" srcId="{1082CAA4-1072-47D4-BEE1-D97C03A54A4B}" destId="{F9F13899-0BBF-42FD-8BF4-73893B4DAF29}" srcOrd="0" destOrd="0" parTransId="{43A86FD2-C634-4AE1-AF3D-5249547FAFA7}" sibTransId="{CF75694E-E034-4243-BD91-8DB69F3AF012}"/>
    <dgm:cxn modelId="{D886639A-98A6-4B47-ACFF-6C5ADBA515F0}" type="presParOf" srcId="{E40EC8B3-D58F-4A8C-BE75-84F8D97C7010}" destId="{2F5587BC-ED8C-4101-8B08-44B02C408ABF}" srcOrd="0" destOrd="0" presId="urn:microsoft.com/office/officeart/2018/2/layout/IconCircleList"/>
    <dgm:cxn modelId="{2A0B835A-1308-4D4E-BA04-DBF898EDA5F7}" type="presParOf" srcId="{2F5587BC-ED8C-4101-8B08-44B02C408ABF}" destId="{A7C1945C-1D17-4886-84AA-263BC872A033}" srcOrd="0" destOrd="0" presId="urn:microsoft.com/office/officeart/2018/2/layout/IconCircleList"/>
    <dgm:cxn modelId="{D2260CD2-1A87-4264-A80A-9F5A21C5D011}" type="presParOf" srcId="{A7C1945C-1D17-4886-84AA-263BC872A033}" destId="{832D14FB-BF3D-44C9-B791-5B32889C1BD3}" srcOrd="0" destOrd="0" presId="urn:microsoft.com/office/officeart/2018/2/layout/IconCircleList"/>
    <dgm:cxn modelId="{4ED473F1-484D-4D1F-9729-F9D8AD0605EA}" type="presParOf" srcId="{A7C1945C-1D17-4886-84AA-263BC872A033}" destId="{8E30F03A-F798-4D70-BB27-531651B064E9}" srcOrd="1" destOrd="0" presId="urn:microsoft.com/office/officeart/2018/2/layout/IconCircleList"/>
    <dgm:cxn modelId="{F25846E1-4D43-4BD4-8729-EA921DE720C8}" type="presParOf" srcId="{A7C1945C-1D17-4886-84AA-263BC872A033}" destId="{9740CA4C-EE68-4116-AD80-9C46565FD7CE}" srcOrd="2" destOrd="0" presId="urn:microsoft.com/office/officeart/2018/2/layout/IconCircleList"/>
    <dgm:cxn modelId="{F9FC6A36-9B51-4CD9-91C1-ECCAE8C4A03B}" type="presParOf" srcId="{A7C1945C-1D17-4886-84AA-263BC872A033}" destId="{6EE5E805-936B-4E1E-9625-0943A2337B14}" srcOrd="3" destOrd="0" presId="urn:microsoft.com/office/officeart/2018/2/layout/IconCircleList"/>
    <dgm:cxn modelId="{7CA908E0-6DE8-4FDC-8948-3AC03F25164F}" type="presParOf" srcId="{2F5587BC-ED8C-4101-8B08-44B02C408ABF}" destId="{2ED89F69-42DE-4A27-BACB-39755C742D9C}" srcOrd="1" destOrd="0" presId="urn:microsoft.com/office/officeart/2018/2/layout/IconCircleList"/>
    <dgm:cxn modelId="{73D3E821-ACA4-442F-BCD1-B561551ECA2B}" type="presParOf" srcId="{2F5587BC-ED8C-4101-8B08-44B02C408ABF}" destId="{FF69012E-F7DE-4D3C-8F60-DA0746F11616}" srcOrd="2" destOrd="0" presId="urn:microsoft.com/office/officeart/2018/2/layout/IconCircleList"/>
    <dgm:cxn modelId="{2EC59D80-894C-454A-9427-C309CE8090E1}" type="presParOf" srcId="{FF69012E-F7DE-4D3C-8F60-DA0746F11616}" destId="{D84BC21E-7C95-4A5E-B659-2741DB482BDB}" srcOrd="0" destOrd="0" presId="urn:microsoft.com/office/officeart/2018/2/layout/IconCircleList"/>
    <dgm:cxn modelId="{279D3D4A-F9A7-4FBE-9B7B-BA40411686AC}" type="presParOf" srcId="{FF69012E-F7DE-4D3C-8F60-DA0746F11616}" destId="{659EFF12-FAC1-43D0-AF8A-0D40435AEE3A}" srcOrd="1" destOrd="0" presId="urn:microsoft.com/office/officeart/2018/2/layout/IconCircleList"/>
    <dgm:cxn modelId="{9E8C5677-670A-46A7-9918-81C80C970635}" type="presParOf" srcId="{FF69012E-F7DE-4D3C-8F60-DA0746F11616}" destId="{FFDE2BFD-7D07-4BDA-8702-37FA36914777}" srcOrd="2" destOrd="0" presId="urn:microsoft.com/office/officeart/2018/2/layout/IconCircleList"/>
    <dgm:cxn modelId="{BF3072C6-C08D-4321-96EF-E42AAEE4EFA7}" type="presParOf" srcId="{FF69012E-F7DE-4D3C-8F60-DA0746F11616}" destId="{8397596F-5625-4FF3-84F0-DE78FF17FF8E}" srcOrd="3" destOrd="0" presId="urn:microsoft.com/office/officeart/2018/2/layout/IconCircleList"/>
    <dgm:cxn modelId="{ED2B314A-5A85-46A8-9620-8E26D65E9B13}" type="presParOf" srcId="{2F5587BC-ED8C-4101-8B08-44B02C408ABF}" destId="{E53C0E49-A50C-4A6B-950E-3042FABFFAE1}" srcOrd="3" destOrd="0" presId="urn:microsoft.com/office/officeart/2018/2/layout/IconCircleList"/>
    <dgm:cxn modelId="{FD9B635F-4C8C-4E0C-8A3C-4817FB1C770F}" type="presParOf" srcId="{2F5587BC-ED8C-4101-8B08-44B02C408ABF}" destId="{CAE6C025-EB47-4D23-BF5B-34D3DF175491}" srcOrd="4" destOrd="0" presId="urn:microsoft.com/office/officeart/2018/2/layout/IconCircleList"/>
    <dgm:cxn modelId="{5199017D-5E8C-4881-ABB3-7726FFB954C6}" type="presParOf" srcId="{CAE6C025-EB47-4D23-BF5B-34D3DF175491}" destId="{451D67C1-FA7E-4916-832E-871C39591F85}" srcOrd="0" destOrd="0" presId="urn:microsoft.com/office/officeart/2018/2/layout/IconCircleList"/>
    <dgm:cxn modelId="{1B7D9488-49C6-4DD3-9566-A6E90B3AE4A1}" type="presParOf" srcId="{CAE6C025-EB47-4D23-BF5B-34D3DF175491}" destId="{DA7F67CF-6DBD-40E7-8699-3D4510134F2E}" srcOrd="1" destOrd="0" presId="urn:microsoft.com/office/officeart/2018/2/layout/IconCircleList"/>
    <dgm:cxn modelId="{9628B2A6-39D9-4AB5-88C6-4AEEF12C3135}" type="presParOf" srcId="{CAE6C025-EB47-4D23-BF5B-34D3DF175491}" destId="{45A6D809-3C53-4F09-AEE0-A167AF7CB611}" srcOrd="2" destOrd="0" presId="urn:microsoft.com/office/officeart/2018/2/layout/IconCircleList"/>
    <dgm:cxn modelId="{C97399BA-1230-4B5A-A4B7-6D3028F0A82A}" type="presParOf" srcId="{CAE6C025-EB47-4D23-BF5B-34D3DF175491}" destId="{9FD3E8A7-0D10-4457-8EA8-FC7815E158C8}" srcOrd="3" destOrd="0" presId="urn:microsoft.com/office/officeart/2018/2/layout/IconCircleList"/>
    <dgm:cxn modelId="{982C7495-528A-4308-AF29-2BE1CCDEE75D}" type="presParOf" srcId="{2F5587BC-ED8C-4101-8B08-44B02C408ABF}" destId="{D43B9C65-2E2E-486D-AAA7-AA5A1578D785}" srcOrd="5" destOrd="0" presId="urn:microsoft.com/office/officeart/2018/2/layout/IconCircleList"/>
    <dgm:cxn modelId="{D9F2A536-E319-485B-99FF-02FA33CFA12D}" type="presParOf" srcId="{2F5587BC-ED8C-4101-8B08-44B02C408ABF}" destId="{9BCC2AF5-5C36-4BB2-B6E7-DFDE55B6105E}" srcOrd="6" destOrd="0" presId="urn:microsoft.com/office/officeart/2018/2/layout/IconCircleList"/>
    <dgm:cxn modelId="{01E06D2B-6C47-4721-8DD7-9376CEF485D6}" type="presParOf" srcId="{9BCC2AF5-5C36-4BB2-B6E7-DFDE55B6105E}" destId="{20582299-B56A-4883-A2DF-AC21C5A8F985}" srcOrd="0" destOrd="0" presId="urn:microsoft.com/office/officeart/2018/2/layout/IconCircleList"/>
    <dgm:cxn modelId="{1C34912E-B1AF-4615-94A1-F6A1BA263F94}" type="presParOf" srcId="{9BCC2AF5-5C36-4BB2-B6E7-DFDE55B6105E}" destId="{7B79BFC3-CC71-4EB8-A167-23A1262D85F6}" srcOrd="1" destOrd="0" presId="urn:microsoft.com/office/officeart/2018/2/layout/IconCircleList"/>
    <dgm:cxn modelId="{A96C58A1-0820-409C-A22C-D42FAA58B4A9}" type="presParOf" srcId="{9BCC2AF5-5C36-4BB2-B6E7-DFDE55B6105E}" destId="{43FADF21-ECBE-4123-B1BE-95D940ED15F4}" srcOrd="2" destOrd="0" presId="urn:microsoft.com/office/officeart/2018/2/layout/IconCircleList"/>
    <dgm:cxn modelId="{FD9D2AE5-BFA1-4262-8E7B-C4408405601C}" type="presParOf" srcId="{9BCC2AF5-5C36-4BB2-B6E7-DFDE55B6105E}" destId="{82FC6930-5694-4870-8F51-D24F3BC05C1D}" srcOrd="3" destOrd="0" presId="urn:microsoft.com/office/officeart/2018/2/layout/IconCircleList"/>
    <dgm:cxn modelId="{88E87756-7232-446E-9725-A62C88D18254}" type="presParOf" srcId="{2F5587BC-ED8C-4101-8B08-44B02C408ABF}" destId="{20F30E7A-989E-4A8C-BB34-A384164F0F01}" srcOrd="7" destOrd="0" presId="urn:microsoft.com/office/officeart/2018/2/layout/IconCircleList"/>
    <dgm:cxn modelId="{03DC8D21-A8AC-4B3E-8954-38D9FB6F2D1C}" type="presParOf" srcId="{2F5587BC-ED8C-4101-8B08-44B02C408ABF}" destId="{1E3CC3A1-4D1B-4504-ABE0-CE7EF4C6B658}" srcOrd="8" destOrd="0" presId="urn:microsoft.com/office/officeart/2018/2/layout/IconCircleList"/>
    <dgm:cxn modelId="{0A8C953A-3D98-4840-B5E5-8BFE651FACC4}" type="presParOf" srcId="{1E3CC3A1-4D1B-4504-ABE0-CE7EF4C6B658}" destId="{3E49344E-4E85-492A-829E-33D58F7FA634}" srcOrd="0" destOrd="0" presId="urn:microsoft.com/office/officeart/2018/2/layout/IconCircleList"/>
    <dgm:cxn modelId="{3779F99B-673B-4FE8-8ACD-1321ABA0038A}" type="presParOf" srcId="{1E3CC3A1-4D1B-4504-ABE0-CE7EF4C6B658}" destId="{0C01805F-60B0-4D8C-8E7E-4298C7BDE4E3}" srcOrd="1" destOrd="0" presId="urn:microsoft.com/office/officeart/2018/2/layout/IconCircleList"/>
    <dgm:cxn modelId="{3183AAB1-A78F-47E7-8BA3-D4CC3D55C578}" type="presParOf" srcId="{1E3CC3A1-4D1B-4504-ABE0-CE7EF4C6B658}" destId="{674B70C6-649A-46F6-A999-3A35EE06DE0B}" srcOrd="2" destOrd="0" presId="urn:microsoft.com/office/officeart/2018/2/layout/IconCircleList"/>
    <dgm:cxn modelId="{248EB9F5-9AEC-4857-8F76-6EB4FBAE3C41}" type="presParOf" srcId="{1E3CC3A1-4D1B-4504-ABE0-CE7EF4C6B658}" destId="{EEFC47ED-8D21-460F-952F-3852C02D9CE8}" srcOrd="3" destOrd="0" presId="urn:microsoft.com/office/officeart/2018/2/layout/IconCircleList"/>
    <dgm:cxn modelId="{9401EC1C-247A-498E-AE1A-2B88CAB17702}" type="presParOf" srcId="{2F5587BC-ED8C-4101-8B08-44B02C408ABF}" destId="{DA93019D-69AA-49A3-B6D3-F8C9367CB9AF}" srcOrd="9" destOrd="0" presId="urn:microsoft.com/office/officeart/2018/2/layout/IconCircleList"/>
    <dgm:cxn modelId="{9AFDD19F-B361-4CC4-82E3-3B28A2778BF8}" type="presParOf" srcId="{2F5587BC-ED8C-4101-8B08-44B02C408ABF}" destId="{218B9450-1B03-4CCA-A1FD-710B6F1597B4}" srcOrd="10" destOrd="0" presId="urn:microsoft.com/office/officeart/2018/2/layout/IconCircleList"/>
    <dgm:cxn modelId="{8B33F612-0098-4181-9BE9-90C5A7C03405}" type="presParOf" srcId="{218B9450-1B03-4CCA-A1FD-710B6F1597B4}" destId="{EF095B0B-04A7-4A9A-BD74-A3A3F1DE2486}" srcOrd="0" destOrd="0" presId="urn:microsoft.com/office/officeart/2018/2/layout/IconCircleList"/>
    <dgm:cxn modelId="{9DCF9362-A90A-45BF-A883-14B10021B1D4}" type="presParOf" srcId="{218B9450-1B03-4CCA-A1FD-710B6F1597B4}" destId="{94F3BCFF-53E5-427D-B4DD-167CD8ECA226}" srcOrd="1" destOrd="0" presId="urn:microsoft.com/office/officeart/2018/2/layout/IconCircleList"/>
    <dgm:cxn modelId="{4D293CF1-AD31-4E85-BFF4-2B92E373E1E7}" type="presParOf" srcId="{218B9450-1B03-4CCA-A1FD-710B6F1597B4}" destId="{9ADB0A7B-DEC6-431B-B04E-6C15258DBD14}" srcOrd="2" destOrd="0" presId="urn:microsoft.com/office/officeart/2018/2/layout/IconCircleList"/>
    <dgm:cxn modelId="{47A13967-DDBD-4E91-8851-D33B6E632232}" type="presParOf" srcId="{218B9450-1B03-4CCA-A1FD-710B6F1597B4}" destId="{6E2D7751-E8E2-47F3-8B31-AA947085BEA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D0A276-E006-4552-9671-E186E98DEDB3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2E4829C-222B-48F3-BC46-79B31F10C7F6}">
      <dgm:prSet custT="1"/>
      <dgm:spPr/>
      <dgm:t>
        <a:bodyPr/>
        <a:lstStyle/>
        <a:p>
          <a:r>
            <a:rPr lang="en-US" sz="1800" b="1" i="0" dirty="0"/>
            <a:t>🌍 Truly Global. Deeply Local.</a:t>
          </a:r>
          <a:endParaRPr lang="en-US" sz="1800" dirty="0"/>
        </a:p>
      </dgm:t>
    </dgm:pt>
    <dgm:pt modelId="{9954C9D9-2540-43A2-964F-D80F87DD1E7C}" type="parTrans" cxnId="{EDF2E77D-27DB-464C-8F0D-71A20317333F}">
      <dgm:prSet/>
      <dgm:spPr/>
      <dgm:t>
        <a:bodyPr/>
        <a:lstStyle/>
        <a:p>
          <a:endParaRPr lang="en-US"/>
        </a:p>
      </dgm:t>
    </dgm:pt>
    <dgm:pt modelId="{D81EB70A-43A5-4391-85B3-35094120E47E}" type="sibTrans" cxnId="{EDF2E77D-27DB-464C-8F0D-71A20317333F}">
      <dgm:prSet/>
      <dgm:spPr/>
      <dgm:t>
        <a:bodyPr/>
        <a:lstStyle/>
        <a:p>
          <a:endParaRPr lang="en-US"/>
        </a:p>
      </dgm:t>
    </dgm:pt>
    <dgm:pt modelId="{06297631-69F6-4A23-95EF-5EA48B641F63}">
      <dgm:prSet custT="1"/>
      <dgm:spPr/>
      <dgm:t>
        <a:bodyPr/>
        <a:lstStyle/>
        <a:p>
          <a:r>
            <a:rPr lang="en-US" sz="1600" b="0" i="0" dirty="0"/>
            <a:t>	Most fitness communities are either city-based or app-only.</a:t>
          </a:r>
          <a:endParaRPr lang="en-US" sz="1600" dirty="0"/>
        </a:p>
      </dgm:t>
    </dgm:pt>
    <dgm:pt modelId="{7D0554E7-0C53-4659-9F95-8515B35ED26D}" type="parTrans" cxnId="{FF033B82-AAD4-49C4-89A8-83AAD3F74931}">
      <dgm:prSet/>
      <dgm:spPr/>
      <dgm:t>
        <a:bodyPr/>
        <a:lstStyle/>
        <a:p>
          <a:endParaRPr lang="en-US"/>
        </a:p>
      </dgm:t>
    </dgm:pt>
    <dgm:pt modelId="{ED4FB2E3-85C5-496C-85CC-B990ED593569}" type="sibTrans" cxnId="{FF033B82-AAD4-49C4-89A8-83AAD3F74931}">
      <dgm:prSet/>
      <dgm:spPr/>
      <dgm:t>
        <a:bodyPr/>
        <a:lstStyle/>
        <a:p>
          <a:endParaRPr lang="en-US"/>
        </a:p>
      </dgm:t>
    </dgm:pt>
    <dgm:pt modelId="{361F1B14-26F2-40EA-897F-DDB3EE2E22E9}">
      <dgm:prSet custT="1"/>
      <dgm:spPr/>
      <dgm:t>
        <a:bodyPr/>
        <a:lstStyle/>
        <a:p>
          <a:r>
            <a:rPr lang="en-US" sz="1600" b="0" i="0" dirty="0"/>
            <a:t>	We offer </a:t>
          </a:r>
          <a:r>
            <a:rPr lang="en-US" sz="1600" b="1" i="0" dirty="0">
              <a:solidFill>
                <a:schemeClr val="bg1"/>
              </a:solidFill>
              <a:highlight>
                <a:srgbClr val="FFFF00"/>
              </a:highlight>
            </a:rPr>
            <a:t>global access</a:t>
          </a:r>
          <a:r>
            <a:rPr lang="en-US" sz="1600" b="0" i="0" dirty="0">
              <a:solidFill>
                <a:schemeClr val="bg1"/>
              </a:solidFill>
            </a:rPr>
            <a:t> </a:t>
          </a:r>
          <a:r>
            <a:rPr lang="en-US" sz="1600" b="0" i="0" dirty="0"/>
            <a:t>with </a:t>
          </a:r>
          <a:r>
            <a:rPr lang="en-US" sz="1600" b="1" i="0" dirty="0">
              <a:solidFill>
                <a:schemeClr val="bg1"/>
              </a:solidFill>
              <a:highlight>
                <a:srgbClr val="FFFF00"/>
              </a:highlight>
            </a:rPr>
            <a:t>localized in-person runs and</a:t>
          </a:r>
          <a:r>
            <a:rPr lang="en-US" sz="1600" b="0" i="0" dirty="0"/>
            <a:t> real team structure.</a:t>
          </a:r>
        </a:p>
      </dgm:t>
    </dgm:pt>
    <dgm:pt modelId="{4F45A0E7-1B27-454F-A44B-DD43891BB645}" type="parTrans" cxnId="{AF8FFC81-1120-40F6-9ECD-1B7AA58ED283}">
      <dgm:prSet/>
      <dgm:spPr/>
      <dgm:t>
        <a:bodyPr/>
        <a:lstStyle/>
        <a:p>
          <a:endParaRPr lang="en-US"/>
        </a:p>
      </dgm:t>
    </dgm:pt>
    <dgm:pt modelId="{3B96E5F1-1F56-4062-BF01-26DEC69937F1}" type="sibTrans" cxnId="{AF8FFC81-1120-40F6-9ECD-1B7AA58ED283}">
      <dgm:prSet/>
      <dgm:spPr/>
      <dgm:t>
        <a:bodyPr/>
        <a:lstStyle/>
        <a:p>
          <a:endParaRPr lang="en-US"/>
        </a:p>
      </dgm:t>
    </dgm:pt>
    <dgm:pt modelId="{19557D97-3F8A-4CE4-ADFD-4767719A2731}">
      <dgm:prSet custT="1"/>
      <dgm:spPr/>
      <dgm:t>
        <a:bodyPr/>
        <a:lstStyle/>
        <a:p>
          <a:r>
            <a:rPr lang="en-US" sz="1800" b="1" i="0" dirty="0"/>
            <a:t>⚡ Dual-Tier Membership Model</a:t>
          </a:r>
          <a:endParaRPr lang="en-US" sz="1800" dirty="0"/>
        </a:p>
      </dgm:t>
    </dgm:pt>
    <dgm:pt modelId="{73D253BE-1888-4B7B-BF93-6D8E650094D1}" type="parTrans" cxnId="{FF978D35-2158-4C05-9536-C45B9B667093}">
      <dgm:prSet/>
      <dgm:spPr/>
      <dgm:t>
        <a:bodyPr/>
        <a:lstStyle/>
        <a:p>
          <a:endParaRPr lang="en-US"/>
        </a:p>
      </dgm:t>
    </dgm:pt>
    <dgm:pt modelId="{9153C9E3-350C-4253-AD2A-04777ADBF496}" type="sibTrans" cxnId="{FF978D35-2158-4C05-9536-C45B9B667093}">
      <dgm:prSet/>
      <dgm:spPr/>
      <dgm:t>
        <a:bodyPr/>
        <a:lstStyle/>
        <a:p>
          <a:endParaRPr lang="en-US"/>
        </a:p>
      </dgm:t>
    </dgm:pt>
    <dgm:pt modelId="{7FBACDF7-EB32-4324-9400-9978DA7151C3}">
      <dgm:prSet custT="1"/>
      <dgm:spPr/>
      <dgm:t>
        <a:bodyPr/>
        <a:lstStyle/>
        <a:p>
          <a:r>
            <a:rPr lang="en-US" sz="1600" b="0" i="0" dirty="0"/>
            <a:t>	</a:t>
          </a:r>
          <a:r>
            <a:rPr lang="en-US" sz="1600" b="1" i="0" dirty="0">
              <a:solidFill>
                <a:schemeClr val="bg1"/>
              </a:solidFill>
              <a:highlight>
                <a:srgbClr val="FFFF00"/>
              </a:highlight>
            </a:rPr>
            <a:t>Standard</a:t>
          </a:r>
          <a:r>
            <a:rPr lang="en-US" sz="1600" b="0" i="0" dirty="0"/>
            <a:t> and </a:t>
          </a:r>
          <a:r>
            <a:rPr lang="en-US" sz="1600" b="1" i="0" dirty="0">
              <a:solidFill>
                <a:schemeClr val="bg1"/>
              </a:solidFill>
              <a:highlight>
                <a:srgbClr val="FFFF00"/>
              </a:highlight>
            </a:rPr>
            <a:t>Elite</a:t>
          </a:r>
          <a:r>
            <a:rPr lang="en-US" sz="1600" b="0" i="0" dirty="0"/>
            <a:t> tiers allow for inclusivity </a:t>
          </a:r>
          <a:r>
            <a:rPr lang="en-US" sz="1600" b="0" i="1" dirty="0"/>
            <a:t>and</a:t>
          </a:r>
          <a:r>
            <a:rPr lang="en-US" sz="1600" b="0" i="0" dirty="0"/>
            <a:t> exclusivity — catering to both casual runners and 	serious 	competitors.</a:t>
          </a:r>
          <a:endParaRPr lang="en-US" sz="1600" dirty="0"/>
        </a:p>
      </dgm:t>
    </dgm:pt>
    <dgm:pt modelId="{965432A9-FC69-496B-86F9-F246160EEF03}" type="parTrans" cxnId="{A4A33798-580B-46A1-8ECD-24549BB452FB}">
      <dgm:prSet/>
      <dgm:spPr/>
      <dgm:t>
        <a:bodyPr/>
        <a:lstStyle/>
        <a:p>
          <a:endParaRPr lang="en-US"/>
        </a:p>
      </dgm:t>
    </dgm:pt>
    <dgm:pt modelId="{26E33DA1-6C2B-476E-9593-5A0BFB777306}" type="sibTrans" cxnId="{A4A33798-580B-46A1-8ECD-24549BB452FB}">
      <dgm:prSet/>
      <dgm:spPr/>
      <dgm:t>
        <a:bodyPr/>
        <a:lstStyle/>
        <a:p>
          <a:endParaRPr lang="en-US"/>
        </a:p>
      </dgm:t>
    </dgm:pt>
    <dgm:pt modelId="{F6C6DF6D-6566-4B31-9217-2A0F044F390F}">
      <dgm:prSet custT="1"/>
      <dgm:spPr/>
      <dgm:t>
        <a:bodyPr/>
        <a:lstStyle/>
        <a:p>
          <a:r>
            <a:rPr lang="en-US" sz="1800" b="1" i="0" dirty="0"/>
            <a:t>🧠 Human + Tech Support</a:t>
          </a:r>
          <a:endParaRPr lang="en-US" sz="1800" dirty="0"/>
        </a:p>
      </dgm:t>
    </dgm:pt>
    <dgm:pt modelId="{86C8BA3E-8EFD-4A0A-AAA5-D4E31A8C5A18}" type="parTrans" cxnId="{B2CBA034-E4A2-4F02-9485-EFE447E84820}">
      <dgm:prSet/>
      <dgm:spPr/>
      <dgm:t>
        <a:bodyPr/>
        <a:lstStyle/>
        <a:p>
          <a:endParaRPr lang="en-US"/>
        </a:p>
      </dgm:t>
    </dgm:pt>
    <dgm:pt modelId="{56AE7358-FDC3-4589-8D22-224C448F8A55}" type="sibTrans" cxnId="{B2CBA034-E4A2-4F02-9485-EFE447E84820}">
      <dgm:prSet/>
      <dgm:spPr/>
      <dgm:t>
        <a:bodyPr/>
        <a:lstStyle/>
        <a:p>
          <a:endParaRPr lang="en-US"/>
        </a:p>
      </dgm:t>
    </dgm:pt>
    <dgm:pt modelId="{7C965DCB-F5D5-4F2F-B139-15DACDB90154}">
      <dgm:prSet custT="1"/>
      <dgm:spPr/>
      <dgm:t>
        <a:bodyPr/>
        <a:lstStyle/>
        <a:p>
          <a:r>
            <a:rPr lang="en-US" sz="1600" b="0" i="0" dirty="0"/>
            <a:t>	Personalized guidance from </a:t>
          </a:r>
          <a:r>
            <a:rPr lang="en-US" sz="1600" b="1" i="0" dirty="0">
              <a:solidFill>
                <a:schemeClr val="bg1"/>
              </a:solidFill>
              <a:highlight>
                <a:srgbClr val="FFFF00"/>
              </a:highlight>
            </a:rPr>
            <a:t>Experienced Team Captains</a:t>
          </a:r>
          <a:r>
            <a:rPr lang="en-US" sz="1600" b="0" i="0" dirty="0"/>
            <a:t>, paired with smart app tools that track 	pace, challenges, and performance.</a:t>
          </a:r>
          <a:endParaRPr lang="en-US" sz="1600" dirty="0"/>
        </a:p>
      </dgm:t>
    </dgm:pt>
    <dgm:pt modelId="{C5BADE33-8F1A-4F90-AFC2-552B07E75A2E}" type="parTrans" cxnId="{C60D83EA-31EC-4363-9882-B315B2EBCE7D}">
      <dgm:prSet/>
      <dgm:spPr/>
      <dgm:t>
        <a:bodyPr/>
        <a:lstStyle/>
        <a:p>
          <a:endParaRPr lang="en-US"/>
        </a:p>
      </dgm:t>
    </dgm:pt>
    <dgm:pt modelId="{02573B2C-EDD5-4DAF-B731-45E328F775FD}" type="sibTrans" cxnId="{C60D83EA-31EC-4363-9882-B315B2EBCE7D}">
      <dgm:prSet/>
      <dgm:spPr/>
      <dgm:t>
        <a:bodyPr/>
        <a:lstStyle/>
        <a:p>
          <a:endParaRPr lang="en-US"/>
        </a:p>
      </dgm:t>
    </dgm:pt>
    <dgm:pt modelId="{3E094A0B-43D6-4B89-95FA-01366BF30271}">
      <dgm:prSet custT="1"/>
      <dgm:spPr/>
      <dgm:t>
        <a:bodyPr/>
        <a:lstStyle/>
        <a:p>
          <a:r>
            <a:rPr lang="en-US" sz="1800" b="1" i="0" dirty="0"/>
            <a:t>👟 Gamified, Goal-Oriented Experience</a:t>
          </a:r>
          <a:endParaRPr lang="en-US" sz="1800" dirty="0"/>
        </a:p>
      </dgm:t>
    </dgm:pt>
    <dgm:pt modelId="{D0195610-8980-4C7C-894B-5E6BA0382F52}" type="parTrans" cxnId="{A6DBFC43-3B63-4AD0-AC81-58C1931470BE}">
      <dgm:prSet/>
      <dgm:spPr/>
      <dgm:t>
        <a:bodyPr/>
        <a:lstStyle/>
        <a:p>
          <a:endParaRPr lang="en-US"/>
        </a:p>
      </dgm:t>
    </dgm:pt>
    <dgm:pt modelId="{5328F1CF-965B-4B1C-87EC-C8B960A62C3D}" type="sibTrans" cxnId="{A6DBFC43-3B63-4AD0-AC81-58C1931470BE}">
      <dgm:prSet/>
      <dgm:spPr/>
      <dgm:t>
        <a:bodyPr/>
        <a:lstStyle/>
        <a:p>
          <a:endParaRPr lang="en-US"/>
        </a:p>
      </dgm:t>
    </dgm:pt>
    <dgm:pt modelId="{38F29C20-1016-44FD-83A5-29DCAB6651FF}">
      <dgm:prSet custT="1"/>
      <dgm:spPr/>
      <dgm:t>
        <a:bodyPr/>
        <a:lstStyle/>
        <a:p>
          <a:r>
            <a:rPr lang="en-US" sz="1600" b="0" i="0" dirty="0"/>
            <a:t>	Leaderboards, custom challenges, rewards, and recognition help drive retention and build a sense 	of purpose.</a:t>
          </a:r>
          <a:endParaRPr lang="en-US" sz="1600" dirty="0"/>
        </a:p>
      </dgm:t>
    </dgm:pt>
    <dgm:pt modelId="{DF948162-09D7-4359-B5D3-2D38EB9D4D03}" type="parTrans" cxnId="{76C7A6EB-95DF-4191-B0F9-F4FF35BD245F}">
      <dgm:prSet/>
      <dgm:spPr/>
      <dgm:t>
        <a:bodyPr/>
        <a:lstStyle/>
        <a:p>
          <a:endParaRPr lang="en-US"/>
        </a:p>
      </dgm:t>
    </dgm:pt>
    <dgm:pt modelId="{58D9A049-ABF7-44CC-A2C7-E4C78B424538}" type="sibTrans" cxnId="{76C7A6EB-95DF-4191-B0F9-F4FF35BD245F}">
      <dgm:prSet/>
      <dgm:spPr/>
      <dgm:t>
        <a:bodyPr/>
        <a:lstStyle/>
        <a:p>
          <a:endParaRPr lang="en-US"/>
        </a:p>
      </dgm:t>
    </dgm:pt>
    <dgm:pt modelId="{C64E5A65-3929-45B4-9EA4-EECABF0A8C88}">
      <dgm:prSet custT="1"/>
      <dgm:spPr/>
      <dgm:t>
        <a:bodyPr/>
        <a:lstStyle/>
        <a:p>
          <a:r>
            <a:rPr lang="en-US" sz="1800" b="1" i="0" dirty="0"/>
            <a:t>🎖️ Real Rewards, Not Just Data</a:t>
          </a:r>
          <a:endParaRPr lang="en-US" sz="1800" dirty="0"/>
        </a:p>
      </dgm:t>
    </dgm:pt>
    <dgm:pt modelId="{47BFE00F-50BD-4637-8139-24105AF3E551}" type="parTrans" cxnId="{F054846E-5245-453D-BFD8-E2BE5259D911}">
      <dgm:prSet/>
      <dgm:spPr/>
      <dgm:t>
        <a:bodyPr/>
        <a:lstStyle/>
        <a:p>
          <a:endParaRPr lang="en-US"/>
        </a:p>
      </dgm:t>
    </dgm:pt>
    <dgm:pt modelId="{149FAEA5-3F49-4686-AF14-19DF820D0295}" type="sibTrans" cxnId="{F054846E-5245-453D-BFD8-E2BE5259D911}">
      <dgm:prSet/>
      <dgm:spPr/>
      <dgm:t>
        <a:bodyPr/>
        <a:lstStyle/>
        <a:p>
          <a:endParaRPr lang="en-US"/>
        </a:p>
      </dgm:t>
    </dgm:pt>
    <dgm:pt modelId="{69B837E6-A53B-417A-AA13-6BED53B613CA}">
      <dgm:prSet custT="1"/>
      <dgm:spPr/>
      <dgm:t>
        <a:bodyPr/>
        <a:lstStyle/>
        <a:p>
          <a:r>
            <a:rPr lang="en-US" sz="1600" b="0" i="0" dirty="0"/>
            <a:t>	From exclusive discounts to apparel for captains, to café perks and social shoutouts — members 	feel seen, valued, and part of something real.</a:t>
          </a:r>
          <a:endParaRPr lang="en-US" sz="1600" dirty="0"/>
        </a:p>
      </dgm:t>
    </dgm:pt>
    <dgm:pt modelId="{FA1F8418-71B5-4779-B935-C58EBF3AC041}" type="parTrans" cxnId="{E896E7E9-F281-43AB-A883-F36C73FF2EA9}">
      <dgm:prSet/>
      <dgm:spPr/>
      <dgm:t>
        <a:bodyPr/>
        <a:lstStyle/>
        <a:p>
          <a:endParaRPr lang="en-US"/>
        </a:p>
      </dgm:t>
    </dgm:pt>
    <dgm:pt modelId="{A82980E3-AC4E-4583-8942-D7B85189F99A}" type="sibTrans" cxnId="{E896E7E9-F281-43AB-A883-F36C73FF2EA9}">
      <dgm:prSet/>
      <dgm:spPr/>
      <dgm:t>
        <a:bodyPr/>
        <a:lstStyle/>
        <a:p>
          <a:endParaRPr lang="en-US"/>
        </a:p>
      </dgm:t>
    </dgm:pt>
    <dgm:pt modelId="{CD74A429-FEC0-413A-9E50-CE19BE20E22A}">
      <dgm:prSet custT="1"/>
      <dgm:spPr/>
      <dgm:t>
        <a:bodyPr/>
        <a:lstStyle/>
        <a:p>
          <a:r>
            <a:rPr lang="en-US" sz="1800" b="1" i="0" dirty="0"/>
            <a:t>🛠️ Built for Scale, Designed with Heart</a:t>
          </a:r>
          <a:endParaRPr lang="en-US" sz="1800" dirty="0"/>
        </a:p>
      </dgm:t>
    </dgm:pt>
    <dgm:pt modelId="{D3DB1A9A-2C84-4FA5-BECE-7C7238565AD0}" type="parTrans" cxnId="{F10348CF-E5BA-4353-9F2D-6423CA955897}">
      <dgm:prSet/>
      <dgm:spPr/>
      <dgm:t>
        <a:bodyPr/>
        <a:lstStyle/>
        <a:p>
          <a:endParaRPr lang="en-US"/>
        </a:p>
      </dgm:t>
    </dgm:pt>
    <dgm:pt modelId="{B118DB73-6B09-41B7-846C-50710427A85A}" type="sibTrans" cxnId="{F10348CF-E5BA-4353-9F2D-6423CA955897}">
      <dgm:prSet/>
      <dgm:spPr/>
      <dgm:t>
        <a:bodyPr/>
        <a:lstStyle/>
        <a:p>
          <a:endParaRPr lang="en-US"/>
        </a:p>
      </dgm:t>
    </dgm:pt>
    <dgm:pt modelId="{879C70E3-0CDA-47E7-85CC-E54A0E2F79FC}">
      <dgm:prSet custT="1"/>
      <dgm:spPr/>
      <dgm:t>
        <a:bodyPr/>
        <a:lstStyle/>
        <a:p>
          <a:r>
            <a:rPr lang="en-US" sz="1600" b="0" i="0" dirty="0"/>
            <a:t>	Light overhead, community-first design, and scalable systems for global reach.</a:t>
          </a:r>
          <a:endParaRPr lang="en-US" sz="1600" dirty="0"/>
        </a:p>
      </dgm:t>
    </dgm:pt>
    <dgm:pt modelId="{005E7BA1-D9F7-4AD0-B8FD-44C27D08A8E0}" type="parTrans" cxnId="{559A8B9C-15B3-4196-8989-1CD560141734}">
      <dgm:prSet/>
      <dgm:spPr/>
      <dgm:t>
        <a:bodyPr/>
        <a:lstStyle/>
        <a:p>
          <a:endParaRPr lang="en-US"/>
        </a:p>
      </dgm:t>
    </dgm:pt>
    <dgm:pt modelId="{C242A343-B3CB-4B35-A1FF-61AF0158F5A4}" type="sibTrans" cxnId="{559A8B9C-15B3-4196-8989-1CD560141734}">
      <dgm:prSet/>
      <dgm:spPr/>
      <dgm:t>
        <a:bodyPr/>
        <a:lstStyle/>
        <a:p>
          <a:endParaRPr lang="en-US"/>
        </a:p>
      </dgm:t>
    </dgm:pt>
    <dgm:pt modelId="{A2A6BCFB-C339-4775-A403-CC7FA14E89E6}">
      <dgm:prSet custT="1"/>
      <dgm:spPr/>
      <dgm:t>
        <a:bodyPr/>
        <a:lstStyle/>
        <a:p>
          <a:r>
            <a:rPr lang="en-US" sz="1600" b="0" i="0" dirty="0"/>
            <a:t>	Backed by a passionate team with a clear vision and mission.</a:t>
          </a:r>
          <a:endParaRPr lang="en-US" sz="1600" dirty="0"/>
        </a:p>
      </dgm:t>
    </dgm:pt>
    <dgm:pt modelId="{1827E0AB-145F-449B-84C4-A993B3CDB413}" type="parTrans" cxnId="{1053ADB8-09F0-406A-A75A-B0E927840550}">
      <dgm:prSet/>
      <dgm:spPr/>
      <dgm:t>
        <a:bodyPr/>
        <a:lstStyle/>
        <a:p>
          <a:endParaRPr lang="en-US"/>
        </a:p>
      </dgm:t>
    </dgm:pt>
    <dgm:pt modelId="{80787570-605C-4EC5-8B7B-EACBEBB234EA}" type="sibTrans" cxnId="{1053ADB8-09F0-406A-A75A-B0E927840550}">
      <dgm:prSet/>
      <dgm:spPr/>
      <dgm:t>
        <a:bodyPr/>
        <a:lstStyle/>
        <a:p>
          <a:endParaRPr lang="en-US"/>
        </a:p>
      </dgm:t>
    </dgm:pt>
    <dgm:pt modelId="{E02DEAF8-E270-F343-84EB-B364F0A84574}">
      <dgm:prSet custT="1"/>
      <dgm:spPr/>
      <dgm:t>
        <a:bodyPr/>
        <a:lstStyle/>
        <a:p>
          <a:r>
            <a:rPr lang="en-US" sz="1600" b="0" i="0" dirty="0"/>
            <a:t>	Exclusive race discounts for members. </a:t>
          </a:r>
        </a:p>
      </dgm:t>
    </dgm:pt>
    <dgm:pt modelId="{7D2BE306-B94C-F54D-B16C-43E43EAE2E20}" type="parTrans" cxnId="{EA670E51-6F97-DB4C-88C5-92D5EDB5565A}">
      <dgm:prSet/>
      <dgm:spPr/>
      <dgm:t>
        <a:bodyPr/>
        <a:lstStyle/>
        <a:p>
          <a:endParaRPr lang="en-US"/>
        </a:p>
      </dgm:t>
    </dgm:pt>
    <dgm:pt modelId="{6CF0DF94-1032-1C42-8AA7-F42C7AEE30A4}" type="sibTrans" cxnId="{EA670E51-6F97-DB4C-88C5-92D5EDB5565A}">
      <dgm:prSet/>
      <dgm:spPr/>
      <dgm:t>
        <a:bodyPr/>
        <a:lstStyle/>
        <a:p>
          <a:endParaRPr lang="en-US"/>
        </a:p>
      </dgm:t>
    </dgm:pt>
    <dgm:pt modelId="{F691D928-C489-A74A-9053-BC1D2FC86669}" type="pres">
      <dgm:prSet presAssocID="{CED0A276-E006-4552-9671-E186E98DEDB3}" presName="vert0" presStyleCnt="0">
        <dgm:presLayoutVars>
          <dgm:dir/>
          <dgm:animOne val="branch"/>
          <dgm:animLvl val="lvl"/>
        </dgm:presLayoutVars>
      </dgm:prSet>
      <dgm:spPr/>
    </dgm:pt>
    <dgm:pt modelId="{04FF534F-174C-4A4B-B412-A1836BE10D3E}" type="pres">
      <dgm:prSet presAssocID="{72E4829C-222B-48F3-BC46-79B31F10C7F6}" presName="thickLine" presStyleLbl="alignNode1" presStyleIdx="0" presStyleCnt="15"/>
      <dgm:spPr/>
    </dgm:pt>
    <dgm:pt modelId="{5E6E343E-A3F6-3548-A6CF-B5C00B608313}" type="pres">
      <dgm:prSet presAssocID="{72E4829C-222B-48F3-BC46-79B31F10C7F6}" presName="horz1" presStyleCnt="0"/>
      <dgm:spPr/>
    </dgm:pt>
    <dgm:pt modelId="{46C7BD11-BEA6-5F43-9B4A-CF94E5AB914B}" type="pres">
      <dgm:prSet presAssocID="{72E4829C-222B-48F3-BC46-79B31F10C7F6}" presName="tx1" presStyleLbl="revTx" presStyleIdx="0" presStyleCnt="15"/>
      <dgm:spPr/>
    </dgm:pt>
    <dgm:pt modelId="{5B55594A-E0FF-7648-8F71-70ED7AFC5228}" type="pres">
      <dgm:prSet presAssocID="{72E4829C-222B-48F3-BC46-79B31F10C7F6}" presName="vert1" presStyleCnt="0"/>
      <dgm:spPr/>
    </dgm:pt>
    <dgm:pt modelId="{D55525F6-40B9-B546-B975-ED8FA641F7A2}" type="pres">
      <dgm:prSet presAssocID="{06297631-69F6-4A23-95EF-5EA48B641F63}" presName="thickLine" presStyleLbl="alignNode1" presStyleIdx="1" presStyleCnt="15"/>
      <dgm:spPr/>
    </dgm:pt>
    <dgm:pt modelId="{E98956B7-E357-D14A-B2E3-41901FB08615}" type="pres">
      <dgm:prSet presAssocID="{06297631-69F6-4A23-95EF-5EA48B641F63}" presName="horz1" presStyleCnt="0"/>
      <dgm:spPr/>
    </dgm:pt>
    <dgm:pt modelId="{A0CF4D0E-9977-6C4B-A574-DBD037936DCA}" type="pres">
      <dgm:prSet presAssocID="{06297631-69F6-4A23-95EF-5EA48B641F63}" presName="tx1" presStyleLbl="revTx" presStyleIdx="1" presStyleCnt="15"/>
      <dgm:spPr/>
    </dgm:pt>
    <dgm:pt modelId="{630FCFCA-DA68-A347-A279-DDB64C54C6E7}" type="pres">
      <dgm:prSet presAssocID="{06297631-69F6-4A23-95EF-5EA48B641F63}" presName="vert1" presStyleCnt="0"/>
      <dgm:spPr/>
    </dgm:pt>
    <dgm:pt modelId="{0481AEF9-EBA3-9D41-B605-F5FF782BD6C7}" type="pres">
      <dgm:prSet presAssocID="{361F1B14-26F2-40EA-897F-DDB3EE2E22E9}" presName="thickLine" presStyleLbl="alignNode1" presStyleIdx="2" presStyleCnt="15"/>
      <dgm:spPr/>
    </dgm:pt>
    <dgm:pt modelId="{218125ED-C030-9749-B232-F9032C3F2FE8}" type="pres">
      <dgm:prSet presAssocID="{361F1B14-26F2-40EA-897F-DDB3EE2E22E9}" presName="horz1" presStyleCnt="0"/>
      <dgm:spPr/>
    </dgm:pt>
    <dgm:pt modelId="{CF97A366-DD6E-8A48-BA71-036ECF712268}" type="pres">
      <dgm:prSet presAssocID="{361F1B14-26F2-40EA-897F-DDB3EE2E22E9}" presName="tx1" presStyleLbl="revTx" presStyleIdx="2" presStyleCnt="15" custScaleY="103124"/>
      <dgm:spPr/>
    </dgm:pt>
    <dgm:pt modelId="{1F4A2A97-3CE6-8B4B-87D5-6918D038F67D}" type="pres">
      <dgm:prSet presAssocID="{361F1B14-26F2-40EA-897F-DDB3EE2E22E9}" presName="vert1" presStyleCnt="0"/>
      <dgm:spPr/>
    </dgm:pt>
    <dgm:pt modelId="{F96A016C-86BE-E446-A5A5-0BEEE7368B51}" type="pres">
      <dgm:prSet presAssocID="{E02DEAF8-E270-F343-84EB-B364F0A84574}" presName="thickLine" presStyleLbl="alignNode1" presStyleIdx="3" presStyleCnt="15"/>
      <dgm:spPr/>
    </dgm:pt>
    <dgm:pt modelId="{A1F335E7-9902-3244-AB9A-A044295736FB}" type="pres">
      <dgm:prSet presAssocID="{E02DEAF8-E270-F343-84EB-B364F0A84574}" presName="horz1" presStyleCnt="0"/>
      <dgm:spPr/>
    </dgm:pt>
    <dgm:pt modelId="{9E9E3439-2B3E-CB49-BEAB-EB55F2849EED}" type="pres">
      <dgm:prSet presAssocID="{E02DEAF8-E270-F343-84EB-B364F0A84574}" presName="tx1" presStyleLbl="revTx" presStyleIdx="3" presStyleCnt="15"/>
      <dgm:spPr/>
    </dgm:pt>
    <dgm:pt modelId="{4B7B4505-6841-0F46-9CA6-6BAD76C06402}" type="pres">
      <dgm:prSet presAssocID="{E02DEAF8-E270-F343-84EB-B364F0A84574}" presName="vert1" presStyleCnt="0"/>
      <dgm:spPr/>
    </dgm:pt>
    <dgm:pt modelId="{E0EBA54E-565F-994C-9921-7B8BD45333A8}" type="pres">
      <dgm:prSet presAssocID="{19557D97-3F8A-4CE4-ADFD-4767719A2731}" presName="thickLine" presStyleLbl="alignNode1" presStyleIdx="4" presStyleCnt="15"/>
      <dgm:spPr/>
    </dgm:pt>
    <dgm:pt modelId="{9115E36E-1815-164F-96A5-57FB96FF95B0}" type="pres">
      <dgm:prSet presAssocID="{19557D97-3F8A-4CE4-ADFD-4767719A2731}" presName="horz1" presStyleCnt="0"/>
      <dgm:spPr/>
    </dgm:pt>
    <dgm:pt modelId="{5DB8A952-A9FC-7940-8568-5088DC2D9FFE}" type="pres">
      <dgm:prSet presAssocID="{19557D97-3F8A-4CE4-ADFD-4767719A2731}" presName="tx1" presStyleLbl="revTx" presStyleIdx="4" presStyleCnt="15"/>
      <dgm:spPr/>
    </dgm:pt>
    <dgm:pt modelId="{CF757CF8-D197-A140-8254-6E677264E2E1}" type="pres">
      <dgm:prSet presAssocID="{19557D97-3F8A-4CE4-ADFD-4767719A2731}" presName="vert1" presStyleCnt="0"/>
      <dgm:spPr/>
    </dgm:pt>
    <dgm:pt modelId="{B937F9DA-DA9A-FE44-9D9B-211A8B3FF5AD}" type="pres">
      <dgm:prSet presAssocID="{7FBACDF7-EB32-4324-9400-9978DA7151C3}" presName="thickLine" presStyleLbl="alignNode1" presStyleIdx="5" presStyleCnt="15"/>
      <dgm:spPr/>
    </dgm:pt>
    <dgm:pt modelId="{F5F804EE-18E1-424B-B9DD-C5473C147612}" type="pres">
      <dgm:prSet presAssocID="{7FBACDF7-EB32-4324-9400-9978DA7151C3}" presName="horz1" presStyleCnt="0"/>
      <dgm:spPr/>
    </dgm:pt>
    <dgm:pt modelId="{DBDFB3BC-ABA2-484A-9082-1C732230F1E5}" type="pres">
      <dgm:prSet presAssocID="{7FBACDF7-EB32-4324-9400-9978DA7151C3}" presName="tx1" presStyleLbl="revTx" presStyleIdx="5" presStyleCnt="15" custScaleY="152834"/>
      <dgm:spPr/>
    </dgm:pt>
    <dgm:pt modelId="{DFDFA6BF-1288-E041-9D33-7D1219BCC629}" type="pres">
      <dgm:prSet presAssocID="{7FBACDF7-EB32-4324-9400-9978DA7151C3}" presName="vert1" presStyleCnt="0"/>
      <dgm:spPr/>
    </dgm:pt>
    <dgm:pt modelId="{10F4D6FC-4E78-D44A-A5C5-E17B54E28290}" type="pres">
      <dgm:prSet presAssocID="{F6C6DF6D-6566-4B31-9217-2A0F044F390F}" presName="thickLine" presStyleLbl="alignNode1" presStyleIdx="6" presStyleCnt="15"/>
      <dgm:spPr/>
    </dgm:pt>
    <dgm:pt modelId="{BA6F2BEF-6A72-6D44-B194-5CC432C85638}" type="pres">
      <dgm:prSet presAssocID="{F6C6DF6D-6566-4B31-9217-2A0F044F390F}" presName="horz1" presStyleCnt="0"/>
      <dgm:spPr/>
    </dgm:pt>
    <dgm:pt modelId="{A40BF3CA-072D-D149-8E2C-E08D27408AF7}" type="pres">
      <dgm:prSet presAssocID="{F6C6DF6D-6566-4B31-9217-2A0F044F390F}" presName="tx1" presStyleLbl="revTx" presStyleIdx="6" presStyleCnt="15"/>
      <dgm:spPr/>
    </dgm:pt>
    <dgm:pt modelId="{FF16EFB3-6201-F749-A9EE-568F06CF2B02}" type="pres">
      <dgm:prSet presAssocID="{F6C6DF6D-6566-4B31-9217-2A0F044F390F}" presName="vert1" presStyleCnt="0"/>
      <dgm:spPr/>
    </dgm:pt>
    <dgm:pt modelId="{F0DFD01B-20A5-414E-9F52-89D8C2B1DA63}" type="pres">
      <dgm:prSet presAssocID="{7C965DCB-F5D5-4F2F-B139-15DACDB90154}" presName="thickLine" presStyleLbl="alignNode1" presStyleIdx="7" presStyleCnt="15"/>
      <dgm:spPr/>
    </dgm:pt>
    <dgm:pt modelId="{F2273925-C8EF-FC40-8003-A871306BB46A}" type="pres">
      <dgm:prSet presAssocID="{7C965DCB-F5D5-4F2F-B139-15DACDB90154}" presName="horz1" presStyleCnt="0"/>
      <dgm:spPr/>
    </dgm:pt>
    <dgm:pt modelId="{B5B71C61-1670-9E4E-83EA-F880BF29D225}" type="pres">
      <dgm:prSet presAssocID="{7C965DCB-F5D5-4F2F-B139-15DACDB90154}" presName="tx1" presStyleLbl="revTx" presStyleIdx="7" presStyleCnt="15" custScaleY="137428"/>
      <dgm:spPr/>
    </dgm:pt>
    <dgm:pt modelId="{B346B6BC-7C78-CD41-964C-B5210026E392}" type="pres">
      <dgm:prSet presAssocID="{7C965DCB-F5D5-4F2F-B139-15DACDB90154}" presName="vert1" presStyleCnt="0"/>
      <dgm:spPr/>
    </dgm:pt>
    <dgm:pt modelId="{0A8F1D05-3A23-8949-838B-27C0B938AD0F}" type="pres">
      <dgm:prSet presAssocID="{3E094A0B-43D6-4B89-95FA-01366BF30271}" presName="thickLine" presStyleLbl="alignNode1" presStyleIdx="8" presStyleCnt="15"/>
      <dgm:spPr/>
    </dgm:pt>
    <dgm:pt modelId="{F74389BF-421A-DB49-8C0E-1779B4C17CE6}" type="pres">
      <dgm:prSet presAssocID="{3E094A0B-43D6-4B89-95FA-01366BF30271}" presName="horz1" presStyleCnt="0"/>
      <dgm:spPr/>
    </dgm:pt>
    <dgm:pt modelId="{08BC49E1-294B-8544-90DF-E7B32E197941}" type="pres">
      <dgm:prSet presAssocID="{3E094A0B-43D6-4B89-95FA-01366BF30271}" presName="tx1" presStyleLbl="revTx" presStyleIdx="8" presStyleCnt="15"/>
      <dgm:spPr/>
    </dgm:pt>
    <dgm:pt modelId="{68072825-E931-4F4D-8311-89A4EE90F133}" type="pres">
      <dgm:prSet presAssocID="{3E094A0B-43D6-4B89-95FA-01366BF30271}" presName="vert1" presStyleCnt="0"/>
      <dgm:spPr/>
    </dgm:pt>
    <dgm:pt modelId="{5819B3A4-8587-8C4B-A98E-59F1DC64EF6F}" type="pres">
      <dgm:prSet presAssocID="{38F29C20-1016-44FD-83A5-29DCAB6651FF}" presName="thickLine" presStyleLbl="alignNode1" presStyleIdx="9" presStyleCnt="15"/>
      <dgm:spPr/>
    </dgm:pt>
    <dgm:pt modelId="{4BC5EFCB-D3CC-8F4A-B432-6ACC009E3094}" type="pres">
      <dgm:prSet presAssocID="{38F29C20-1016-44FD-83A5-29DCAB6651FF}" presName="horz1" presStyleCnt="0"/>
      <dgm:spPr/>
    </dgm:pt>
    <dgm:pt modelId="{83E895D1-BCCA-0C44-AA71-E4FFE3B18D20}" type="pres">
      <dgm:prSet presAssocID="{38F29C20-1016-44FD-83A5-29DCAB6651FF}" presName="tx1" presStyleLbl="revTx" presStyleIdx="9" presStyleCnt="15" custScaleY="140326"/>
      <dgm:spPr/>
    </dgm:pt>
    <dgm:pt modelId="{D3C1DE19-06EB-B04A-AB03-8CDAF37F6C54}" type="pres">
      <dgm:prSet presAssocID="{38F29C20-1016-44FD-83A5-29DCAB6651FF}" presName="vert1" presStyleCnt="0"/>
      <dgm:spPr/>
    </dgm:pt>
    <dgm:pt modelId="{9CBA474F-462A-FE40-A863-1AD289E31E77}" type="pres">
      <dgm:prSet presAssocID="{C64E5A65-3929-45B4-9EA4-EECABF0A8C88}" presName="thickLine" presStyleLbl="alignNode1" presStyleIdx="10" presStyleCnt="15"/>
      <dgm:spPr/>
    </dgm:pt>
    <dgm:pt modelId="{DB2BEB8C-5BFB-F74C-B8AB-716E3682D0CF}" type="pres">
      <dgm:prSet presAssocID="{C64E5A65-3929-45B4-9EA4-EECABF0A8C88}" presName="horz1" presStyleCnt="0"/>
      <dgm:spPr/>
    </dgm:pt>
    <dgm:pt modelId="{5C5A5E7E-AC58-B54A-B2EC-40FAC25F88F2}" type="pres">
      <dgm:prSet presAssocID="{C64E5A65-3929-45B4-9EA4-EECABF0A8C88}" presName="tx1" presStyleLbl="revTx" presStyleIdx="10" presStyleCnt="15"/>
      <dgm:spPr/>
    </dgm:pt>
    <dgm:pt modelId="{D72C2918-5842-1B4C-9F57-094A7D3CC52F}" type="pres">
      <dgm:prSet presAssocID="{C64E5A65-3929-45B4-9EA4-EECABF0A8C88}" presName="vert1" presStyleCnt="0"/>
      <dgm:spPr/>
    </dgm:pt>
    <dgm:pt modelId="{7515070E-84B0-FD41-BDED-950859871264}" type="pres">
      <dgm:prSet presAssocID="{69B837E6-A53B-417A-AA13-6BED53B613CA}" presName="thickLine" presStyleLbl="alignNode1" presStyleIdx="11" presStyleCnt="15"/>
      <dgm:spPr/>
    </dgm:pt>
    <dgm:pt modelId="{34911775-8378-8242-9FBF-342563A551A3}" type="pres">
      <dgm:prSet presAssocID="{69B837E6-A53B-417A-AA13-6BED53B613CA}" presName="horz1" presStyleCnt="0"/>
      <dgm:spPr/>
    </dgm:pt>
    <dgm:pt modelId="{E478F7B1-7098-1846-B9D4-D05784AA1E3A}" type="pres">
      <dgm:prSet presAssocID="{69B837E6-A53B-417A-AA13-6BED53B613CA}" presName="tx1" presStyleLbl="revTx" presStyleIdx="11" presStyleCnt="15" custScaleY="147099"/>
      <dgm:spPr/>
    </dgm:pt>
    <dgm:pt modelId="{81645400-52FB-3245-B26F-03FC5DC13B9A}" type="pres">
      <dgm:prSet presAssocID="{69B837E6-A53B-417A-AA13-6BED53B613CA}" presName="vert1" presStyleCnt="0"/>
      <dgm:spPr/>
    </dgm:pt>
    <dgm:pt modelId="{98E0189B-AE3C-3F44-89A9-ADFB70D39880}" type="pres">
      <dgm:prSet presAssocID="{CD74A429-FEC0-413A-9E50-CE19BE20E22A}" presName="thickLine" presStyleLbl="alignNode1" presStyleIdx="12" presStyleCnt="15"/>
      <dgm:spPr/>
    </dgm:pt>
    <dgm:pt modelId="{003BAAF8-E01B-C24B-814D-5F7E134FB03C}" type="pres">
      <dgm:prSet presAssocID="{CD74A429-FEC0-413A-9E50-CE19BE20E22A}" presName="horz1" presStyleCnt="0"/>
      <dgm:spPr/>
    </dgm:pt>
    <dgm:pt modelId="{118DAA16-4617-824B-9C8E-AE78D1A8D5FC}" type="pres">
      <dgm:prSet presAssocID="{CD74A429-FEC0-413A-9E50-CE19BE20E22A}" presName="tx1" presStyleLbl="revTx" presStyleIdx="12" presStyleCnt="15"/>
      <dgm:spPr/>
    </dgm:pt>
    <dgm:pt modelId="{3858CFF6-6DEA-7846-AA9A-D1C3D18E64C9}" type="pres">
      <dgm:prSet presAssocID="{CD74A429-FEC0-413A-9E50-CE19BE20E22A}" presName="vert1" presStyleCnt="0"/>
      <dgm:spPr/>
    </dgm:pt>
    <dgm:pt modelId="{5DD38801-4CC1-AC46-BEAE-F830F427C6D0}" type="pres">
      <dgm:prSet presAssocID="{879C70E3-0CDA-47E7-85CC-E54A0E2F79FC}" presName="thickLine" presStyleLbl="alignNode1" presStyleIdx="13" presStyleCnt="15"/>
      <dgm:spPr/>
    </dgm:pt>
    <dgm:pt modelId="{3EC7BEF2-9060-DF42-8BF4-251154841F1C}" type="pres">
      <dgm:prSet presAssocID="{879C70E3-0CDA-47E7-85CC-E54A0E2F79FC}" presName="horz1" presStyleCnt="0"/>
      <dgm:spPr/>
    </dgm:pt>
    <dgm:pt modelId="{A3C6019C-1FDD-F94B-BE33-8ED7234E93D7}" type="pres">
      <dgm:prSet presAssocID="{879C70E3-0CDA-47E7-85CC-E54A0E2F79FC}" presName="tx1" presStyleLbl="revTx" presStyleIdx="13" presStyleCnt="15"/>
      <dgm:spPr/>
    </dgm:pt>
    <dgm:pt modelId="{A9F58729-8B0A-DF4C-9D1A-5543C1B41404}" type="pres">
      <dgm:prSet presAssocID="{879C70E3-0CDA-47E7-85CC-E54A0E2F79FC}" presName="vert1" presStyleCnt="0"/>
      <dgm:spPr/>
    </dgm:pt>
    <dgm:pt modelId="{85D0BA4A-6830-E549-844B-D8CCB556EA41}" type="pres">
      <dgm:prSet presAssocID="{A2A6BCFB-C339-4775-A403-CC7FA14E89E6}" presName="thickLine" presStyleLbl="alignNode1" presStyleIdx="14" presStyleCnt="15"/>
      <dgm:spPr/>
    </dgm:pt>
    <dgm:pt modelId="{94EE36BA-7936-4B40-882D-9CE43A8D8FEA}" type="pres">
      <dgm:prSet presAssocID="{A2A6BCFB-C339-4775-A403-CC7FA14E89E6}" presName="horz1" presStyleCnt="0"/>
      <dgm:spPr/>
    </dgm:pt>
    <dgm:pt modelId="{5E46CA98-1EB4-1642-A1A7-15CCBF4615E0}" type="pres">
      <dgm:prSet presAssocID="{A2A6BCFB-C339-4775-A403-CC7FA14E89E6}" presName="tx1" presStyleLbl="revTx" presStyleIdx="14" presStyleCnt="15"/>
      <dgm:spPr/>
    </dgm:pt>
    <dgm:pt modelId="{EDB7DE8A-4036-7247-A633-A2A0B20C0613}" type="pres">
      <dgm:prSet presAssocID="{A2A6BCFB-C339-4775-A403-CC7FA14E89E6}" presName="vert1" presStyleCnt="0"/>
      <dgm:spPr/>
    </dgm:pt>
  </dgm:ptLst>
  <dgm:cxnLst>
    <dgm:cxn modelId="{1DE9BF00-1AB1-0A41-8780-67E01C9AC887}" type="presOf" srcId="{A2A6BCFB-C339-4775-A403-CC7FA14E89E6}" destId="{5E46CA98-1EB4-1642-A1A7-15CCBF4615E0}" srcOrd="0" destOrd="0" presId="urn:microsoft.com/office/officeart/2008/layout/LinedList"/>
    <dgm:cxn modelId="{5B7BD511-47CB-E74B-8A95-A2418A9B6CEA}" type="presOf" srcId="{38F29C20-1016-44FD-83A5-29DCAB6651FF}" destId="{83E895D1-BCCA-0C44-AA71-E4FFE3B18D20}" srcOrd="0" destOrd="0" presId="urn:microsoft.com/office/officeart/2008/layout/LinedList"/>
    <dgm:cxn modelId="{73D01A20-523C-8942-8AF0-D0D38D15332D}" type="presOf" srcId="{C64E5A65-3929-45B4-9EA4-EECABF0A8C88}" destId="{5C5A5E7E-AC58-B54A-B2EC-40FAC25F88F2}" srcOrd="0" destOrd="0" presId="urn:microsoft.com/office/officeart/2008/layout/LinedList"/>
    <dgm:cxn modelId="{281FD421-C2EC-D849-AA73-766BA3C4718A}" type="presOf" srcId="{E02DEAF8-E270-F343-84EB-B364F0A84574}" destId="{9E9E3439-2B3E-CB49-BEAB-EB55F2849EED}" srcOrd="0" destOrd="0" presId="urn:microsoft.com/office/officeart/2008/layout/LinedList"/>
    <dgm:cxn modelId="{B2CBA034-E4A2-4F02-9485-EFE447E84820}" srcId="{CED0A276-E006-4552-9671-E186E98DEDB3}" destId="{F6C6DF6D-6566-4B31-9217-2A0F044F390F}" srcOrd="6" destOrd="0" parTransId="{86C8BA3E-8EFD-4A0A-AAA5-D4E31A8C5A18}" sibTransId="{56AE7358-FDC3-4589-8D22-224C448F8A55}"/>
    <dgm:cxn modelId="{FF978D35-2158-4C05-9536-C45B9B667093}" srcId="{CED0A276-E006-4552-9671-E186E98DEDB3}" destId="{19557D97-3F8A-4CE4-ADFD-4767719A2731}" srcOrd="4" destOrd="0" parTransId="{73D253BE-1888-4B7B-BF93-6D8E650094D1}" sibTransId="{9153C9E3-350C-4253-AD2A-04777ADBF496}"/>
    <dgm:cxn modelId="{12216A36-383A-314D-B91F-9307B57B0E75}" type="presOf" srcId="{69B837E6-A53B-417A-AA13-6BED53B613CA}" destId="{E478F7B1-7098-1846-B9D4-D05784AA1E3A}" srcOrd="0" destOrd="0" presId="urn:microsoft.com/office/officeart/2008/layout/LinedList"/>
    <dgm:cxn modelId="{A6DBFC43-3B63-4AD0-AC81-58C1931470BE}" srcId="{CED0A276-E006-4552-9671-E186E98DEDB3}" destId="{3E094A0B-43D6-4B89-95FA-01366BF30271}" srcOrd="8" destOrd="0" parTransId="{D0195610-8980-4C7C-894B-5E6BA0382F52}" sibTransId="{5328F1CF-965B-4B1C-87EC-C8B960A62C3D}"/>
    <dgm:cxn modelId="{EA670E51-6F97-DB4C-88C5-92D5EDB5565A}" srcId="{CED0A276-E006-4552-9671-E186E98DEDB3}" destId="{E02DEAF8-E270-F343-84EB-B364F0A84574}" srcOrd="3" destOrd="0" parTransId="{7D2BE306-B94C-F54D-B16C-43E43EAE2E20}" sibTransId="{6CF0DF94-1032-1C42-8AA7-F42C7AEE30A4}"/>
    <dgm:cxn modelId="{C4A23854-F338-2A4C-BE9B-0EC0390FA197}" type="presOf" srcId="{CED0A276-E006-4552-9671-E186E98DEDB3}" destId="{F691D928-C489-A74A-9053-BC1D2FC86669}" srcOrd="0" destOrd="0" presId="urn:microsoft.com/office/officeart/2008/layout/LinedList"/>
    <dgm:cxn modelId="{F054846E-5245-453D-BFD8-E2BE5259D911}" srcId="{CED0A276-E006-4552-9671-E186E98DEDB3}" destId="{C64E5A65-3929-45B4-9EA4-EECABF0A8C88}" srcOrd="10" destOrd="0" parTransId="{47BFE00F-50BD-4637-8139-24105AF3E551}" sibTransId="{149FAEA5-3F49-4686-AF14-19DF820D0295}"/>
    <dgm:cxn modelId="{EDF2E77D-27DB-464C-8F0D-71A20317333F}" srcId="{CED0A276-E006-4552-9671-E186E98DEDB3}" destId="{72E4829C-222B-48F3-BC46-79B31F10C7F6}" srcOrd="0" destOrd="0" parTransId="{9954C9D9-2540-43A2-964F-D80F87DD1E7C}" sibTransId="{D81EB70A-43A5-4391-85B3-35094120E47E}"/>
    <dgm:cxn modelId="{AF8FFC81-1120-40F6-9ECD-1B7AA58ED283}" srcId="{CED0A276-E006-4552-9671-E186E98DEDB3}" destId="{361F1B14-26F2-40EA-897F-DDB3EE2E22E9}" srcOrd="2" destOrd="0" parTransId="{4F45A0E7-1B27-454F-A44B-DD43891BB645}" sibTransId="{3B96E5F1-1F56-4062-BF01-26DEC69937F1}"/>
    <dgm:cxn modelId="{FF033B82-AAD4-49C4-89A8-83AAD3F74931}" srcId="{CED0A276-E006-4552-9671-E186E98DEDB3}" destId="{06297631-69F6-4A23-95EF-5EA48B641F63}" srcOrd="1" destOrd="0" parTransId="{7D0554E7-0C53-4659-9F95-8515B35ED26D}" sibTransId="{ED4FB2E3-85C5-496C-85CC-B990ED593569}"/>
    <dgm:cxn modelId="{E15C0D85-0462-6C48-A6C5-1345D9818099}" type="presOf" srcId="{879C70E3-0CDA-47E7-85CC-E54A0E2F79FC}" destId="{A3C6019C-1FDD-F94B-BE33-8ED7234E93D7}" srcOrd="0" destOrd="0" presId="urn:microsoft.com/office/officeart/2008/layout/LinedList"/>
    <dgm:cxn modelId="{81FE7D90-885B-9F45-A716-345C94704D92}" type="presOf" srcId="{CD74A429-FEC0-413A-9E50-CE19BE20E22A}" destId="{118DAA16-4617-824B-9C8E-AE78D1A8D5FC}" srcOrd="0" destOrd="0" presId="urn:microsoft.com/office/officeart/2008/layout/LinedList"/>
    <dgm:cxn modelId="{2FD94291-85D3-E54E-84A3-944A9A21D6FB}" type="presOf" srcId="{361F1B14-26F2-40EA-897F-DDB3EE2E22E9}" destId="{CF97A366-DD6E-8A48-BA71-036ECF712268}" srcOrd="0" destOrd="0" presId="urn:microsoft.com/office/officeart/2008/layout/LinedList"/>
    <dgm:cxn modelId="{A4A33798-580B-46A1-8ECD-24549BB452FB}" srcId="{CED0A276-E006-4552-9671-E186E98DEDB3}" destId="{7FBACDF7-EB32-4324-9400-9978DA7151C3}" srcOrd="5" destOrd="0" parTransId="{965432A9-FC69-496B-86F9-F246160EEF03}" sibTransId="{26E33DA1-6C2B-476E-9593-5A0BFB777306}"/>
    <dgm:cxn modelId="{559A8B9C-15B3-4196-8989-1CD560141734}" srcId="{CED0A276-E006-4552-9671-E186E98DEDB3}" destId="{879C70E3-0CDA-47E7-85CC-E54A0E2F79FC}" srcOrd="13" destOrd="0" parTransId="{005E7BA1-D9F7-4AD0-B8FD-44C27D08A8E0}" sibTransId="{C242A343-B3CB-4B35-A1FF-61AF0158F5A4}"/>
    <dgm:cxn modelId="{13A0C8A3-9B46-8042-BFD0-7C4CB47A5C56}" type="presOf" srcId="{7FBACDF7-EB32-4324-9400-9978DA7151C3}" destId="{DBDFB3BC-ABA2-484A-9082-1C732230F1E5}" srcOrd="0" destOrd="0" presId="urn:microsoft.com/office/officeart/2008/layout/LinedList"/>
    <dgm:cxn modelId="{1053ADB8-09F0-406A-A75A-B0E927840550}" srcId="{CED0A276-E006-4552-9671-E186E98DEDB3}" destId="{A2A6BCFB-C339-4775-A403-CC7FA14E89E6}" srcOrd="14" destOrd="0" parTransId="{1827E0AB-145F-449B-84C4-A993B3CDB413}" sibTransId="{80787570-605C-4EC5-8B7B-EACBEBB234EA}"/>
    <dgm:cxn modelId="{63A52AC2-D2C1-7A47-B8F3-692D4EE8BA80}" type="presOf" srcId="{7C965DCB-F5D5-4F2F-B139-15DACDB90154}" destId="{B5B71C61-1670-9E4E-83EA-F880BF29D225}" srcOrd="0" destOrd="0" presId="urn:microsoft.com/office/officeart/2008/layout/LinedList"/>
    <dgm:cxn modelId="{D6613BC9-F17A-AE46-B2CD-16832C3112A1}" type="presOf" srcId="{72E4829C-222B-48F3-BC46-79B31F10C7F6}" destId="{46C7BD11-BEA6-5F43-9B4A-CF94E5AB914B}" srcOrd="0" destOrd="0" presId="urn:microsoft.com/office/officeart/2008/layout/LinedList"/>
    <dgm:cxn modelId="{429845CA-8D9E-734C-A8D3-4B2DAE40674F}" type="presOf" srcId="{3E094A0B-43D6-4B89-95FA-01366BF30271}" destId="{08BC49E1-294B-8544-90DF-E7B32E197941}" srcOrd="0" destOrd="0" presId="urn:microsoft.com/office/officeart/2008/layout/LinedList"/>
    <dgm:cxn modelId="{F10348CF-E5BA-4353-9F2D-6423CA955897}" srcId="{CED0A276-E006-4552-9671-E186E98DEDB3}" destId="{CD74A429-FEC0-413A-9E50-CE19BE20E22A}" srcOrd="12" destOrd="0" parTransId="{D3DB1A9A-2C84-4FA5-BECE-7C7238565AD0}" sibTransId="{B118DB73-6B09-41B7-846C-50710427A85A}"/>
    <dgm:cxn modelId="{E896E7E9-F281-43AB-A883-F36C73FF2EA9}" srcId="{CED0A276-E006-4552-9671-E186E98DEDB3}" destId="{69B837E6-A53B-417A-AA13-6BED53B613CA}" srcOrd="11" destOrd="0" parTransId="{FA1F8418-71B5-4779-B935-C58EBF3AC041}" sibTransId="{A82980E3-AC4E-4583-8942-D7B85189F99A}"/>
    <dgm:cxn modelId="{C60D83EA-31EC-4363-9882-B315B2EBCE7D}" srcId="{CED0A276-E006-4552-9671-E186E98DEDB3}" destId="{7C965DCB-F5D5-4F2F-B139-15DACDB90154}" srcOrd="7" destOrd="0" parTransId="{C5BADE33-8F1A-4F90-AFC2-552B07E75A2E}" sibTransId="{02573B2C-EDD5-4DAF-B731-45E328F775FD}"/>
    <dgm:cxn modelId="{4E0FDFEA-D0E9-A649-A255-E9B213621182}" type="presOf" srcId="{06297631-69F6-4A23-95EF-5EA48B641F63}" destId="{A0CF4D0E-9977-6C4B-A574-DBD037936DCA}" srcOrd="0" destOrd="0" presId="urn:microsoft.com/office/officeart/2008/layout/LinedList"/>
    <dgm:cxn modelId="{76C7A6EB-95DF-4191-B0F9-F4FF35BD245F}" srcId="{CED0A276-E006-4552-9671-E186E98DEDB3}" destId="{38F29C20-1016-44FD-83A5-29DCAB6651FF}" srcOrd="9" destOrd="0" parTransId="{DF948162-09D7-4359-B5D3-2D38EB9D4D03}" sibTransId="{58D9A049-ABF7-44CC-A2C7-E4C78B424538}"/>
    <dgm:cxn modelId="{E2EAD2ED-DBDE-D747-8E48-F7E7295F68F8}" type="presOf" srcId="{19557D97-3F8A-4CE4-ADFD-4767719A2731}" destId="{5DB8A952-A9FC-7940-8568-5088DC2D9FFE}" srcOrd="0" destOrd="0" presId="urn:microsoft.com/office/officeart/2008/layout/LinedList"/>
    <dgm:cxn modelId="{62C6B5F2-0D86-074A-8869-2D76135485CE}" type="presOf" srcId="{F6C6DF6D-6566-4B31-9217-2A0F044F390F}" destId="{A40BF3CA-072D-D149-8E2C-E08D27408AF7}" srcOrd="0" destOrd="0" presId="urn:microsoft.com/office/officeart/2008/layout/LinedList"/>
    <dgm:cxn modelId="{B2921CA3-9BD4-8546-966B-0B6458A5B908}" type="presParOf" srcId="{F691D928-C489-A74A-9053-BC1D2FC86669}" destId="{04FF534F-174C-4A4B-B412-A1836BE10D3E}" srcOrd="0" destOrd="0" presId="urn:microsoft.com/office/officeart/2008/layout/LinedList"/>
    <dgm:cxn modelId="{7BCBE756-5922-7B4D-BCDC-5C273889BCD5}" type="presParOf" srcId="{F691D928-C489-A74A-9053-BC1D2FC86669}" destId="{5E6E343E-A3F6-3548-A6CF-B5C00B608313}" srcOrd="1" destOrd="0" presId="urn:microsoft.com/office/officeart/2008/layout/LinedList"/>
    <dgm:cxn modelId="{5BAA4621-3A5A-BC4C-875E-94241442CAF7}" type="presParOf" srcId="{5E6E343E-A3F6-3548-A6CF-B5C00B608313}" destId="{46C7BD11-BEA6-5F43-9B4A-CF94E5AB914B}" srcOrd="0" destOrd="0" presId="urn:microsoft.com/office/officeart/2008/layout/LinedList"/>
    <dgm:cxn modelId="{22C73C2F-B97B-FE44-8005-86039651C4F1}" type="presParOf" srcId="{5E6E343E-A3F6-3548-A6CF-B5C00B608313}" destId="{5B55594A-E0FF-7648-8F71-70ED7AFC5228}" srcOrd="1" destOrd="0" presId="urn:microsoft.com/office/officeart/2008/layout/LinedList"/>
    <dgm:cxn modelId="{5FD5D35F-F379-5E40-8789-F070919DAB75}" type="presParOf" srcId="{F691D928-C489-A74A-9053-BC1D2FC86669}" destId="{D55525F6-40B9-B546-B975-ED8FA641F7A2}" srcOrd="2" destOrd="0" presId="urn:microsoft.com/office/officeart/2008/layout/LinedList"/>
    <dgm:cxn modelId="{03F45D2B-40BA-4D40-9421-C2A16DF60F01}" type="presParOf" srcId="{F691D928-C489-A74A-9053-BC1D2FC86669}" destId="{E98956B7-E357-D14A-B2E3-41901FB08615}" srcOrd="3" destOrd="0" presId="urn:microsoft.com/office/officeart/2008/layout/LinedList"/>
    <dgm:cxn modelId="{52CF8257-017E-6243-B5EC-1926E4637B45}" type="presParOf" srcId="{E98956B7-E357-D14A-B2E3-41901FB08615}" destId="{A0CF4D0E-9977-6C4B-A574-DBD037936DCA}" srcOrd="0" destOrd="0" presId="urn:microsoft.com/office/officeart/2008/layout/LinedList"/>
    <dgm:cxn modelId="{F5E7CB6C-CF88-8A44-9D5F-FA02F9191F32}" type="presParOf" srcId="{E98956B7-E357-D14A-B2E3-41901FB08615}" destId="{630FCFCA-DA68-A347-A279-DDB64C54C6E7}" srcOrd="1" destOrd="0" presId="urn:microsoft.com/office/officeart/2008/layout/LinedList"/>
    <dgm:cxn modelId="{DEB63C01-B36E-5E44-B006-B8180B02B18A}" type="presParOf" srcId="{F691D928-C489-A74A-9053-BC1D2FC86669}" destId="{0481AEF9-EBA3-9D41-B605-F5FF782BD6C7}" srcOrd="4" destOrd="0" presId="urn:microsoft.com/office/officeart/2008/layout/LinedList"/>
    <dgm:cxn modelId="{A3AE4FB3-90CD-B447-83C8-F898A29CF01A}" type="presParOf" srcId="{F691D928-C489-A74A-9053-BC1D2FC86669}" destId="{218125ED-C030-9749-B232-F9032C3F2FE8}" srcOrd="5" destOrd="0" presId="urn:microsoft.com/office/officeart/2008/layout/LinedList"/>
    <dgm:cxn modelId="{FA650BC4-D47D-5841-AD3B-5D1700611194}" type="presParOf" srcId="{218125ED-C030-9749-B232-F9032C3F2FE8}" destId="{CF97A366-DD6E-8A48-BA71-036ECF712268}" srcOrd="0" destOrd="0" presId="urn:microsoft.com/office/officeart/2008/layout/LinedList"/>
    <dgm:cxn modelId="{62DF559A-74DA-0941-B823-A8D392C50F18}" type="presParOf" srcId="{218125ED-C030-9749-B232-F9032C3F2FE8}" destId="{1F4A2A97-3CE6-8B4B-87D5-6918D038F67D}" srcOrd="1" destOrd="0" presId="urn:microsoft.com/office/officeart/2008/layout/LinedList"/>
    <dgm:cxn modelId="{D11C5EA2-10BD-BB49-8B43-2106D478CCBC}" type="presParOf" srcId="{F691D928-C489-A74A-9053-BC1D2FC86669}" destId="{F96A016C-86BE-E446-A5A5-0BEEE7368B51}" srcOrd="6" destOrd="0" presId="urn:microsoft.com/office/officeart/2008/layout/LinedList"/>
    <dgm:cxn modelId="{94765DFA-455E-704E-8CCB-62916B65DE9D}" type="presParOf" srcId="{F691D928-C489-A74A-9053-BC1D2FC86669}" destId="{A1F335E7-9902-3244-AB9A-A044295736FB}" srcOrd="7" destOrd="0" presId="urn:microsoft.com/office/officeart/2008/layout/LinedList"/>
    <dgm:cxn modelId="{878142FF-26C5-ED4F-BC89-B1EE8ABBBDB1}" type="presParOf" srcId="{A1F335E7-9902-3244-AB9A-A044295736FB}" destId="{9E9E3439-2B3E-CB49-BEAB-EB55F2849EED}" srcOrd="0" destOrd="0" presId="urn:microsoft.com/office/officeart/2008/layout/LinedList"/>
    <dgm:cxn modelId="{A7897BAA-A337-6349-A3CB-14270FF48EF8}" type="presParOf" srcId="{A1F335E7-9902-3244-AB9A-A044295736FB}" destId="{4B7B4505-6841-0F46-9CA6-6BAD76C06402}" srcOrd="1" destOrd="0" presId="urn:microsoft.com/office/officeart/2008/layout/LinedList"/>
    <dgm:cxn modelId="{E02C7992-B2C6-114E-BC62-82EC9DE3600F}" type="presParOf" srcId="{F691D928-C489-A74A-9053-BC1D2FC86669}" destId="{E0EBA54E-565F-994C-9921-7B8BD45333A8}" srcOrd="8" destOrd="0" presId="urn:microsoft.com/office/officeart/2008/layout/LinedList"/>
    <dgm:cxn modelId="{03C6FD0A-F1B7-C641-9276-73EB065FD3FB}" type="presParOf" srcId="{F691D928-C489-A74A-9053-BC1D2FC86669}" destId="{9115E36E-1815-164F-96A5-57FB96FF95B0}" srcOrd="9" destOrd="0" presId="urn:microsoft.com/office/officeart/2008/layout/LinedList"/>
    <dgm:cxn modelId="{D1F19E8F-AC70-0C49-81A6-54AF115517F8}" type="presParOf" srcId="{9115E36E-1815-164F-96A5-57FB96FF95B0}" destId="{5DB8A952-A9FC-7940-8568-5088DC2D9FFE}" srcOrd="0" destOrd="0" presId="urn:microsoft.com/office/officeart/2008/layout/LinedList"/>
    <dgm:cxn modelId="{BB6C182B-5E00-9C41-8B15-31EA3DC94D89}" type="presParOf" srcId="{9115E36E-1815-164F-96A5-57FB96FF95B0}" destId="{CF757CF8-D197-A140-8254-6E677264E2E1}" srcOrd="1" destOrd="0" presId="urn:microsoft.com/office/officeart/2008/layout/LinedList"/>
    <dgm:cxn modelId="{CCECC5DB-316F-ED44-90DD-A61E368AA909}" type="presParOf" srcId="{F691D928-C489-A74A-9053-BC1D2FC86669}" destId="{B937F9DA-DA9A-FE44-9D9B-211A8B3FF5AD}" srcOrd="10" destOrd="0" presId="urn:microsoft.com/office/officeart/2008/layout/LinedList"/>
    <dgm:cxn modelId="{CB245986-B778-FF4B-A35B-D40C90F38557}" type="presParOf" srcId="{F691D928-C489-A74A-9053-BC1D2FC86669}" destId="{F5F804EE-18E1-424B-B9DD-C5473C147612}" srcOrd="11" destOrd="0" presId="urn:microsoft.com/office/officeart/2008/layout/LinedList"/>
    <dgm:cxn modelId="{99DF53C8-C583-F04C-80F7-A3EF0F338822}" type="presParOf" srcId="{F5F804EE-18E1-424B-B9DD-C5473C147612}" destId="{DBDFB3BC-ABA2-484A-9082-1C732230F1E5}" srcOrd="0" destOrd="0" presId="urn:microsoft.com/office/officeart/2008/layout/LinedList"/>
    <dgm:cxn modelId="{CC52776D-A22D-9A4B-9EA1-9556C9BD99F0}" type="presParOf" srcId="{F5F804EE-18E1-424B-B9DD-C5473C147612}" destId="{DFDFA6BF-1288-E041-9D33-7D1219BCC629}" srcOrd="1" destOrd="0" presId="urn:microsoft.com/office/officeart/2008/layout/LinedList"/>
    <dgm:cxn modelId="{FE2CDBD7-7B06-474B-9224-82DDCB1558AB}" type="presParOf" srcId="{F691D928-C489-A74A-9053-BC1D2FC86669}" destId="{10F4D6FC-4E78-D44A-A5C5-E17B54E28290}" srcOrd="12" destOrd="0" presId="urn:microsoft.com/office/officeart/2008/layout/LinedList"/>
    <dgm:cxn modelId="{EFE5413D-17EF-7F45-9A07-02D0797BBBEA}" type="presParOf" srcId="{F691D928-C489-A74A-9053-BC1D2FC86669}" destId="{BA6F2BEF-6A72-6D44-B194-5CC432C85638}" srcOrd="13" destOrd="0" presId="urn:microsoft.com/office/officeart/2008/layout/LinedList"/>
    <dgm:cxn modelId="{5B9D2917-ED8E-B94C-8535-71424F0C326A}" type="presParOf" srcId="{BA6F2BEF-6A72-6D44-B194-5CC432C85638}" destId="{A40BF3CA-072D-D149-8E2C-E08D27408AF7}" srcOrd="0" destOrd="0" presId="urn:microsoft.com/office/officeart/2008/layout/LinedList"/>
    <dgm:cxn modelId="{A656C435-AB7A-D845-BBFD-B5DA720DA4FA}" type="presParOf" srcId="{BA6F2BEF-6A72-6D44-B194-5CC432C85638}" destId="{FF16EFB3-6201-F749-A9EE-568F06CF2B02}" srcOrd="1" destOrd="0" presId="urn:microsoft.com/office/officeart/2008/layout/LinedList"/>
    <dgm:cxn modelId="{646DCC62-4BD7-1F42-9BA5-DEFB681D332B}" type="presParOf" srcId="{F691D928-C489-A74A-9053-BC1D2FC86669}" destId="{F0DFD01B-20A5-414E-9F52-89D8C2B1DA63}" srcOrd="14" destOrd="0" presId="urn:microsoft.com/office/officeart/2008/layout/LinedList"/>
    <dgm:cxn modelId="{E3B62537-9FC7-9846-81C3-C4ED8304F4E0}" type="presParOf" srcId="{F691D928-C489-A74A-9053-BC1D2FC86669}" destId="{F2273925-C8EF-FC40-8003-A871306BB46A}" srcOrd="15" destOrd="0" presId="urn:microsoft.com/office/officeart/2008/layout/LinedList"/>
    <dgm:cxn modelId="{D58B5F1F-300C-5841-A29A-D65ACD147DC2}" type="presParOf" srcId="{F2273925-C8EF-FC40-8003-A871306BB46A}" destId="{B5B71C61-1670-9E4E-83EA-F880BF29D225}" srcOrd="0" destOrd="0" presId="urn:microsoft.com/office/officeart/2008/layout/LinedList"/>
    <dgm:cxn modelId="{A146FB04-FB87-6048-830D-4B548ADCF6D0}" type="presParOf" srcId="{F2273925-C8EF-FC40-8003-A871306BB46A}" destId="{B346B6BC-7C78-CD41-964C-B5210026E392}" srcOrd="1" destOrd="0" presId="urn:microsoft.com/office/officeart/2008/layout/LinedList"/>
    <dgm:cxn modelId="{A882DE73-CE9D-A844-BC2B-32F4D76E6553}" type="presParOf" srcId="{F691D928-C489-A74A-9053-BC1D2FC86669}" destId="{0A8F1D05-3A23-8949-838B-27C0B938AD0F}" srcOrd="16" destOrd="0" presId="urn:microsoft.com/office/officeart/2008/layout/LinedList"/>
    <dgm:cxn modelId="{ACB33717-7914-534A-BE51-2C2108491679}" type="presParOf" srcId="{F691D928-C489-A74A-9053-BC1D2FC86669}" destId="{F74389BF-421A-DB49-8C0E-1779B4C17CE6}" srcOrd="17" destOrd="0" presId="urn:microsoft.com/office/officeart/2008/layout/LinedList"/>
    <dgm:cxn modelId="{56B90021-E745-824F-A225-347FC75C7C01}" type="presParOf" srcId="{F74389BF-421A-DB49-8C0E-1779B4C17CE6}" destId="{08BC49E1-294B-8544-90DF-E7B32E197941}" srcOrd="0" destOrd="0" presId="urn:microsoft.com/office/officeart/2008/layout/LinedList"/>
    <dgm:cxn modelId="{739732EF-808B-844B-A2D8-CFEECC24AF33}" type="presParOf" srcId="{F74389BF-421A-DB49-8C0E-1779B4C17CE6}" destId="{68072825-E931-4F4D-8311-89A4EE90F133}" srcOrd="1" destOrd="0" presId="urn:microsoft.com/office/officeart/2008/layout/LinedList"/>
    <dgm:cxn modelId="{1B0E000A-8226-F64A-A8E4-E42EB34C3B31}" type="presParOf" srcId="{F691D928-C489-A74A-9053-BC1D2FC86669}" destId="{5819B3A4-8587-8C4B-A98E-59F1DC64EF6F}" srcOrd="18" destOrd="0" presId="urn:microsoft.com/office/officeart/2008/layout/LinedList"/>
    <dgm:cxn modelId="{D901EF89-68FC-9E44-A93D-656B7E4C2652}" type="presParOf" srcId="{F691D928-C489-A74A-9053-BC1D2FC86669}" destId="{4BC5EFCB-D3CC-8F4A-B432-6ACC009E3094}" srcOrd="19" destOrd="0" presId="urn:microsoft.com/office/officeart/2008/layout/LinedList"/>
    <dgm:cxn modelId="{A74121F2-069F-FE43-9718-2611F0368962}" type="presParOf" srcId="{4BC5EFCB-D3CC-8F4A-B432-6ACC009E3094}" destId="{83E895D1-BCCA-0C44-AA71-E4FFE3B18D20}" srcOrd="0" destOrd="0" presId="urn:microsoft.com/office/officeart/2008/layout/LinedList"/>
    <dgm:cxn modelId="{4C77CC9F-7725-124B-80A5-1FEE9DF7237D}" type="presParOf" srcId="{4BC5EFCB-D3CC-8F4A-B432-6ACC009E3094}" destId="{D3C1DE19-06EB-B04A-AB03-8CDAF37F6C54}" srcOrd="1" destOrd="0" presId="urn:microsoft.com/office/officeart/2008/layout/LinedList"/>
    <dgm:cxn modelId="{0E779B48-7BDF-6F4A-A595-7CF2C73C3C3E}" type="presParOf" srcId="{F691D928-C489-A74A-9053-BC1D2FC86669}" destId="{9CBA474F-462A-FE40-A863-1AD289E31E77}" srcOrd="20" destOrd="0" presId="urn:microsoft.com/office/officeart/2008/layout/LinedList"/>
    <dgm:cxn modelId="{F1FC33C7-820F-7848-99CE-23CBD675B831}" type="presParOf" srcId="{F691D928-C489-A74A-9053-BC1D2FC86669}" destId="{DB2BEB8C-5BFB-F74C-B8AB-716E3682D0CF}" srcOrd="21" destOrd="0" presId="urn:microsoft.com/office/officeart/2008/layout/LinedList"/>
    <dgm:cxn modelId="{17293326-F962-F746-A3EA-0893AAF8706A}" type="presParOf" srcId="{DB2BEB8C-5BFB-F74C-B8AB-716E3682D0CF}" destId="{5C5A5E7E-AC58-B54A-B2EC-40FAC25F88F2}" srcOrd="0" destOrd="0" presId="urn:microsoft.com/office/officeart/2008/layout/LinedList"/>
    <dgm:cxn modelId="{726519AD-B2A3-6042-AF79-126F57394DA9}" type="presParOf" srcId="{DB2BEB8C-5BFB-F74C-B8AB-716E3682D0CF}" destId="{D72C2918-5842-1B4C-9F57-094A7D3CC52F}" srcOrd="1" destOrd="0" presId="urn:microsoft.com/office/officeart/2008/layout/LinedList"/>
    <dgm:cxn modelId="{F9A0AD99-3159-6A4F-BCA7-41DF86C51118}" type="presParOf" srcId="{F691D928-C489-A74A-9053-BC1D2FC86669}" destId="{7515070E-84B0-FD41-BDED-950859871264}" srcOrd="22" destOrd="0" presId="urn:microsoft.com/office/officeart/2008/layout/LinedList"/>
    <dgm:cxn modelId="{523F7150-29FC-2143-AE5C-3783AC867B82}" type="presParOf" srcId="{F691D928-C489-A74A-9053-BC1D2FC86669}" destId="{34911775-8378-8242-9FBF-342563A551A3}" srcOrd="23" destOrd="0" presId="urn:microsoft.com/office/officeart/2008/layout/LinedList"/>
    <dgm:cxn modelId="{A437B84C-6ACA-2041-8644-9C4E4FC9BD32}" type="presParOf" srcId="{34911775-8378-8242-9FBF-342563A551A3}" destId="{E478F7B1-7098-1846-B9D4-D05784AA1E3A}" srcOrd="0" destOrd="0" presId="urn:microsoft.com/office/officeart/2008/layout/LinedList"/>
    <dgm:cxn modelId="{F97A8F72-2D4E-2D42-9655-F0C5245E7EA1}" type="presParOf" srcId="{34911775-8378-8242-9FBF-342563A551A3}" destId="{81645400-52FB-3245-B26F-03FC5DC13B9A}" srcOrd="1" destOrd="0" presId="urn:microsoft.com/office/officeart/2008/layout/LinedList"/>
    <dgm:cxn modelId="{70E108D2-A0F4-C047-98C3-DD09A97B4908}" type="presParOf" srcId="{F691D928-C489-A74A-9053-BC1D2FC86669}" destId="{98E0189B-AE3C-3F44-89A9-ADFB70D39880}" srcOrd="24" destOrd="0" presId="urn:microsoft.com/office/officeart/2008/layout/LinedList"/>
    <dgm:cxn modelId="{010FEA5E-2CB4-9343-8F0A-00AE470C1618}" type="presParOf" srcId="{F691D928-C489-A74A-9053-BC1D2FC86669}" destId="{003BAAF8-E01B-C24B-814D-5F7E134FB03C}" srcOrd="25" destOrd="0" presId="urn:microsoft.com/office/officeart/2008/layout/LinedList"/>
    <dgm:cxn modelId="{4F89E488-8142-BC4D-89C0-5A8D20E21920}" type="presParOf" srcId="{003BAAF8-E01B-C24B-814D-5F7E134FB03C}" destId="{118DAA16-4617-824B-9C8E-AE78D1A8D5FC}" srcOrd="0" destOrd="0" presId="urn:microsoft.com/office/officeart/2008/layout/LinedList"/>
    <dgm:cxn modelId="{3BA09BA8-10F2-4044-AB0A-FD9863C2B960}" type="presParOf" srcId="{003BAAF8-E01B-C24B-814D-5F7E134FB03C}" destId="{3858CFF6-6DEA-7846-AA9A-D1C3D18E64C9}" srcOrd="1" destOrd="0" presId="urn:microsoft.com/office/officeart/2008/layout/LinedList"/>
    <dgm:cxn modelId="{686AEE33-EB94-C546-A000-DCA07D5D4C65}" type="presParOf" srcId="{F691D928-C489-A74A-9053-BC1D2FC86669}" destId="{5DD38801-4CC1-AC46-BEAE-F830F427C6D0}" srcOrd="26" destOrd="0" presId="urn:microsoft.com/office/officeart/2008/layout/LinedList"/>
    <dgm:cxn modelId="{B1231787-FCCF-CD4F-8B2B-B2473CCE38ED}" type="presParOf" srcId="{F691D928-C489-A74A-9053-BC1D2FC86669}" destId="{3EC7BEF2-9060-DF42-8BF4-251154841F1C}" srcOrd="27" destOrd="0" presId="urn:microsoft.com/office/officeart/2008/layout/LinedList"/>
    <dgm:cxn modelId="{E38A2ABF-24D9-6349-BE81-BFACFBBFB959}" type="presParOf" srcId="{3EC7BEF2-9060-DF42-8BF4-251154841F1C}" destId="{A3C6019C-1FDD-F94B-BE33-8ED7234E93D7}" srcOrd="0" destOrd="0" presId="urn:microsoft.com/office/officeart/2008/layout/LinedList"/>
    <dgm:cxn modelId="{DB47E57F-D0F7-7D47-914F-D50118E011AB}" type="presParOf" srcId="{3EC7BEF2-9060-DF42-8BF4-251154841F1C}" destId="{A9F58729-8B0A-DF4C-9D1A-5543C1B41404}" srcOrd="1" destOrd="0" presId="urn:microsoft.com/office/officeart/2008/layout/LinedList"/>
    <dgm:cxn modelId="{83F3AD5F-B728-7047-9D5B-A62F435F38EF}" type="presParOf" srcId="{F691D928-C489-A74A-9053-BC1D2FC86669}" destId="{85D0BA4A-6830-E549-844B-D8CCB556EA41}" srcOrd="28" destOrd="0" presId="urn:microsoft.com/office/officeart/2008/layout/LinedList"/>
    <dgm:cxn modelId="{2244EFA7-C8CA-FE46-A92C-4C9D9C915738}" type="presParOf" srcId="{F691D928-C489-A74A-9053-BC1D2FC86669}" destId="{94EE36BA-7936-4B40-882D-9CE43A8D8FEA}" srcOrd="29" destOrd="0" presId="urn:microsoft.com/office/officeart/2008/layout/LinedList"/>
    <dgm:cxn modelId="{D69E252A-A301-1E45-BB83-D79ED65B013E}" type="presParOf" srcId="{94EE36BA-7936-4B40-882D-9CE43A8D8FEA}" destId="{5E46CA98-1EB4-1642-A1A7-15CCBF4615E0}" srcOrd="0" destOrd="0" presId="urn:microsoft.com/office/officeart/2008/layout/LinedList"/>
    <dgm:cxn modelId="{9C99BF63-301C-5742-A024-FA0052A69996}" type="presParOf" srcId="{94EE36BA-7936-4B40-882D-9CE43A8D8FEA}" destId="{EDB7DE8A-4036-7247-A633-A2A0B20C061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227702-0C08-4024-B103-A63FE1F58AE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288349-7655-4538-8A0A-CA59F7F6EDD6}">
      <dgm:prSet/>
      <dgm:spPr/>
      <dgm:t>
        <a:bodyPr/>
        <a:lstStyle/>
        <a:p>
          <a:r>
            <a:rPr lang="en-US" b="1" i="0"/>
            <a:t>MVP Build:</a:t>
          </a:r>
          <a:r>
            <a:rPr lang="en-US" b="0" i="0"/>
            <a:t> 3–4 months</a:t>
          </a:r>
          <a:endParaRPr lang="en-US"/>
        </a:p>
      </dgm:t>
    </dgm:pt>
    <dgm:pt modelId="{AF2A0BC0-7A5C-4CF2-A168-BCE8E5F7F306}" type="parTrans" cxnId="{6CC640E4-3D0F-4BDD-8CB1-9B5021834D31}">
      <dgm:prSet/>
      <dgm:spPr/>
      <dgm:t>
        <a:bodyPr/>
        <a:lstStyle/>
        <a:p>
          <a:endParaRPr lang="en-US"/>
        </a:p>
      </dgm:t>
    </dgm:pt>
    <dgm:pt modelId="{0491F605-C065-4CD6-AF2E-4E80639A4C1A}" type="sibTrans" cxnId="{6CC640E4-3D0F-4BDD-8CB1-9B5021834D31}">
      <dgm:prSet/>
      <dgm:spPr/>
      <dgm:t>
        <a:bodyPr/>
        <a:lstStyle/>
        <a:p>
          <a:endParaRPr lang="en-US"/>
        </a:p>
      </dgm:t>
    </dgm:pt>
    <dgm:pt modelId="{0B33A3DE-911D-467A-BCC2-A82377986B0F}">
      <dgm:prSet/>
      <dgm:spPr/>
      <dgm:t>
        <a:bodyPr/>
        <a:lstStyle/>
        <a:p>
          <a:r>
            <a:rPr lang="en-US" b="1" i="0"/>
            <a:t>Full Platform:</a:t>
          </a:r>
          <a:r>
            <a:rPr lang="en-US" b="0" i="0"/>
            <a:t> 6–9 months</a:t>
          </a:r>
          <a:endParaRPr lang="en-US"/>
        </a:p>
      </dgm:t>
    </dgm:pt>
    <dgm:pt modelId="{36D947B1-FC2A-4F87-B0EE-F20C842528E7}" type="parTrans" cxnId="{1140052C-2C6A-4EFA-9BB2-29CDB5F841A5}">
      <dgm:prSet/>
      <dgm:spPr/>
      <dgm:t>
        <a:bodyPr/>
        <a:lstStyle/>
        <a:p>
          <a:endParaRPr lang="en-US"/>
        </a:p>
      </dgm:t>
    </dgm:pt>
    <dgm:pt modelId="{88DF1848-B49D-4D22-8D8B-F2F944048BFE}" type="sibTrans" cxnId="{1140052C-2C6A-4EFA-9BB2-29CDB5F841A5}">
      <dgm:prSet/>
      <dgm:spPr/>
      <dgm:t>
        <a:bodyPr/>
        <a:lstStyle/>
        <a:p>
          <a:endParaRPr lang="en-US"/>
        </a:p>
      </dgm:t>
    </dgm:pt>
    <dgm:pt modelId="{68D0BCB2-7567-4571-B189-D0EFCF0A8CE8}">
      <dgm:prSet/>
      <dgm:spPr/>
      <dgm:t>
        <a:bodyPr/>
        <a:lstStyle/>
        <a:p>
          <a:r>
            <a:rPr lang="en-US" b="1" i="0"/>
            <a:t>Stack:</a:t>
          </a:r>
          <a:r>
            <a:rPr lang="en-US" b="0" i="0"/>
            <a:t> React Native, Node.js/Django, PostgreSQL, AWS/Google Cloud, Firebase, Zoom/Google Meet APIs</a:t>
          </a:r>
          <a:endParaRPr lang="en-US"/>
        </a:p>
      </dgm:t>
    </dgm:pt>
    <dgm:pt modelId="{2D750426-172C-4AB1-90B0-897580E65B5A}" type="parTrans" cxnId="{1361F264-85C9-4818-95A2-B67BF547FDA9}">
      <dgm:prSet/>
      <dgm:spPr/>
      <dgm:t>
        <a:bodyPr/>
        <a:lstStyle/>
        <a:p>
          <a:endParaRPr lang="en-US"/>
        </a:p>
      </dgm:t>
    </dgm:pt>
    <dgm:pt modelId="{A85C0E20-1CA2-48F7-9A03-A6D78DE30E53}" type="sibTrans" cxnId="{1361F264-85C9-4818-95A2-B67BF547FDA9}">
      <dgm:prSet/>
      <dgm:spPr/>
      <dgm:t>
        <a:bodyPr/>
        <a:lstStyle/>
        <a:p>
          <a:endParaRPr lang="en-US"/>
        </a:p>
      </dgm:t>
    </dgm:pt>
    <dgm:pt modelId="{4FB59353-4178-D940-9CFE-9B4532C71623}" type="pres">
      <dgm:prSet presAssocID="{F4227702-0C08-4024-B103-A63FE1F58AE5}" presName="linear" presStyleCnt="0">
        <dgm:presLayoutVars>
          <dgm:animLvl val="lvl"/>
          <dgm:resizeHandles val="exact"/>
        </dgm:presLayoutVars>
      </dgm:prSet>
      <dgm:spPr/>
    </dgm:pt>
    <dgm:pt modelId="{86B15F35-512B-B14C-AC14-13635D84AE1A}" type="pres">
      <dgm:prSet presAssocID="{C7288349-7655-4538-8A0A-CA59F7F6EDD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6C517A5-D761-924C-A541-A3EAB0974E4C}" type="pres">
      <dgm:prSet presAssocID="{0491F605-C065-4CD6-AF2E-4E80639A4C1A}" presName="spacer" presStyleCnt="0"/>
      <dgm:spPr/>
    </dgm:pt>
    <dgm:pt modelId="{2D60AE43-53F7-3243-B736-FBC91861004E}" type="pres">
      <dgm:prSet presAssocID="{0B33A3DE-911D-467A-BCC2-A82377986B0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DAC7DFE-05C1-6D4B-B89A-5DB69FD67E52}" type="pres">
      <dgm:prSet presAssocID="{88DF1848-B49D-4D22-8D8B-F2F944048BFE}" presName="spacer" presStyleCnt="0"/>
      <dgm:spPr/>
    </dgm:pt>
    <dgm:pt modelId="{06B20910-43C9-5C45-AEE4-0A799990E083}" type="pres">
      <dgm:prSet presAssocID="{68D0BCB2-7567-4571-B189-D0EFCF0A8CE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C2B6604-61FE-7E40-9868-9B8CA4595D6A}" type="presOf" srcId="{C7288349-7655-4538-8A0A-CA59F7F6EDD6}" destId="{86B15F35-512B-B14C-AC14-13635D84AE1A}" srcOrd="0" destOrd="0" presId="urn:microsoft.com/office/officeart/2005/8/layout/vList2"/>
    <dgm:cxn modelId="{1140052C-2C6A-4EFA-9BB2-29CDB5F841A5}" srcId="{F4227702-0C08-4024-B103-A63FE1F58AE5}" destId="{0B33A3DE-911D-467A-BCC2-A82377986B0F}" srcOrd="1" destOrd="0" parTransId="{36D947B1-FC2A-4F87-B0EE-F20C842528E7}" sibTransId="{88DF1848-B49D-4D22-8D8B-F2F944048BFE}"/>
    <dgm:cxn modelId="{1361F264-85C9-4818-95A2-B67BF547FDA9}" srcId="{F4227702-0C08-4024-B103-A63FE1F58AE5}" destId="{68D0BCB2-7567-4571-B189-D0EFCF0A8CE8}" srcOrd="2" destOrd="0" parTransId="{2D750426-172C-4AB1-90B0-897580E65B5A}" sibTransId="{A85C0E20-1CA2-48F7-9A03-A6D78DE30E53}"/>
    <dgm:cxn modelId="{3F0DC68E-D8BD-824E-94EC-048CA428C809}" type="presOf" srcId="{68D0BCB2-7567-4571-B189-D0EFCF0A8CE8}" destId="{06B20910-43C9-5C45-AEE4-0A799990E083}" srcOrd="0" destOrd="0" presId="urn:microsoft.com/office/officeart/2005/8/layout/vList2"/>
    <dgm:cxn modelId="{41F38DDE-88CF-E84F-888A-133A03514587}" type="presOf" srcId="{F4227702-0C08-4024-B103-A63FE1F58AE5}" destId="{4FB59353-4178-D940-9CFE-9B4532C71623}" srcOrd="0" destOrd="0" presId="urn:microsoft.com/office/officeart/2005/8/layout/vList2"/>
    <dgm:cxn modelId="{6CC640E4-3D0F-4BDD-8CB1-9B5021834D31}" srcId="{F4227702-0C08-4024-B103-A63FE1F58AE5}" destId="{C7288349-7655-4538-8A0A-CA59F7F6EDD6}" srcOrd="0" destOrd="0" parTransId="{AF2A0BC0-7A5C-4CF2-A168-BCE8E5F7F306}" sibTransId="{0491F605-C065-4CD6-AF2E-4E80639A4C1A}"/>
    <dgm:cxn modelId="{D3FD7AEB-74B4-DC4A-A458-A5BF446DC3D0}" type="presOf" srcId="{0B33A3DE-911D-467A-BCC2-A82377986B0F}" destId="{2D60AE43-53F7-3243-B736-FBC91861004E}" srcOrd="0" destOrd="0" presId="urn:microsoft.com/office/officeart/2005/8/layout/vList2"/>
    <dgm:cxn modelId="{8723EA79-7D42-6745-BF3B-43895632CA96}" type="presParOf" srcId="{4FB59353-4178-D940-9CFE-9B4532C71623}" destId="{86B15F35-512B-B14C-AC14-13635D84AE1A}" srcOrd="0" destOrd="0" presId="urn:microsoft.com/office/officeart/2005/8/layout/vList2"/>
    <dgm:cxn modelId="{4EAE7A11-BA50-5942-A160-6A62559B229E}" type="presParOf" srcId="{4FB59353-4178-D940-9CFE-9B4532C71623}" destId="{06C517A5-D761-924C-A541-A3EAB0974E4C}" srcOrd="1" destOrd="0" presId="urn:microsoft.com/office/officeart/2005/8/layout/vList2"/>
    <dgm:cxn modelId="{398085B0-1D12-DE48-89D5-EBD05C9F9375}" type="presParOf" srcId="{4FB59353-4178-D940-9CFE-9B4532C71623}" destId="{2D60AE43-53F7-3243-B736-FBC91861004E}" srcOrd="2" destOrd="0" presId="urn:microsoft.com/office/officeart/2005/8/layout/vList2"/>
    <dgm:cxn modelId="{776502C1-4C8F-8449-BBE6-3C62BD19BB30}" type="presParOf" srcId="{4FB59353-4178-D940-9CFE-9B4532C71623}" destId="{2DAC7DFE-05C1-6D4B-B89A-5DB69FD67E52}" srcOrd="3" destOrd="0" presId="urn:microsoft.com/office/officeart/2005/8/layout/vList2"/>
    <dgm:cxn modelId="{02582BAE-64D5-EA47-BC73-09A3CD4D0BCD}" type="presParOf" srcId="{4FB59353-4178-D940-9CFE-9B4532C71623}" destId="{06B20910-43C9-5C45-AEE4-0A799990E08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7FED86D-73E7-DB46-A202-E54EC244AA2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2EC1A4-A413-9D4E-A64C-F3010BA06268}">
      <dgm:prSet/>
      <dgm:spPr/>
      <dgm:t>
        <a:bodyPr/>
        <a:lstStyle/>
        <a:p>
          <a:r>
            <a:rPr lang="en-US" b="1" i="0"/>
            <a:t>Planning &amp; Discovery (2–4 weeks)</a:t>
          </a:r>
          <a:endParaRPr lang="en-US"/>
        </a:p>
      </dgm:t>
    </dgm:pt>
    <dgm:pt modelId="{356F4D53-1CFF-5745-84F8-32E6D9659BBE}" type="parTrans" cxnId="{7163859F-D882-7345-B486-011C6C1C9498}">
      <dgm:prSet/>
      <dgm:spPr/>
      <dgm:t>
        <a:bodyPr/>
        <a:lstStyle/>
        <a:p>
          <a:endParaRPr lang="en-US"/>
        </a:p>
      </dgm:t>
    </dgm:pt>
    <dgm:pt modelId="{EBF76984-2FAB-2546-9541-787D5D08D412}" type="sibTrans" cxnId="{7163859F-D882-7345-B486-011C6C1C9498}">
      <dgm:prSet/>
      <dgm:spPr/>
      <dgm:t>
        <a:bodyPr/>
        <a:lstStyle/>
        <a:p>
          <a:endParaRPr lang="en-US"/>
        </a:p>
      </dgm:t>
    </dgm:pt>
    <dgm:pt modelId="{2177EB00-A7B6-C94A-B179-08D3ED72F770}">
      <dgm:prSet/>
      <dgm:spPr/>
      <dgm:t>
        <a:bodyPr/>
        <a:lstStyle/>
        <a:p>
          <a:r>
            <a:rPr lang="en-US" b="1" i="0"/>
            <a:t>Design Phase (3–5 weeks)</a:t>
          </a:r>
          <a:endParaRPr lang="en-US"/>
        </a:p>
      </dgm:t>
    </dgm:pt>
    <dgm:pt modelId="{978181C8-87C8-0040-9081-C081C500F1D2}" type="parTrans" cxnId="{EEEFEAB5-5BCA-804F-9FFB-9B5FBD892DB3}">
      <dgm:prSet/>
      <dgm:spPr/>
      <dgm:t>
        <a:bodyPr/>
        <a:lstStyle/>
        <a:p>
          <a:endParaRPr lang="en-US"/>
        </a:p>
      </dgm:t>
    </dgm:pt>
    <dgm:pt modelId="{EF1B1D07-E8EE-5C47-A642-6FE35013B95F}" type="sibTrans" cxnId="{EEEFEAB5-5BCA-804F-9FFB-9B5FBD892DB3}">
      <dgm:prSet/>
      <dgm:spPr/>
      <dgm:t>
        <a:bodyPr/>
        <a:lstStyle/>
        <a:p>
          <a:endParaRPr lang="en-US"/>
        </a:p>
      </dgm:t>
    </dgm:pt>
    <dgm:pt modelId="{90BA4E4E-B8D7-EC44-86AF-39570EE6BA77}">
      <dgm:prSet/>
      <dgm:spPr/>
      <dgm:t>
        <a:bodyPr/>
        <a:lstStyle/>
        <a:p>
          <a:r>
            <a:rPr lang="en-US" b="1" i="0"/>
            <a:t>Development Phase (12–20 weeks)</a:t>
          </a:r>
          <a:endParaRPr lang="en-US"/>
        </a:p>
      </dgm:t>
    </dgm:pt>
    <dgm:pt modelId="{A06A4F98-8932-304A-A5D7-6C471C5AFE0C}" type="parTrans" cxnId="{C0A5F9EC-4360-2A4C-A8EC-A12841864416}">
      <dgm:prSet/>
      <dgm:spPr/>
      <dgm:t>
        <a:bodyPr/>
        <a:lstStyle/>
        <a:p>
          <a:endParaRPr lang="en-US"/>
        </a:p>
      </dgm:t>
    </dgm:pt>
    <dgm:pt modelId="{6867088D-D2CE-5249-A925-FA25F93EC14A}" type="sibTrans" cxnId="{C0A5F9EC-4360-2A4C-A8EC-A12841864416}">
      <dgm:prSet/>
      <dgm:spPr/>
      <dgm:t>
        <a:bodyPr/>
        <a:lstStyle/>
        <a:p>
          <a:endParaRPr lang="en-US"/>
        </a:p>
      </dgm:t>
    </dgm:pt>
    <dgm:pt modelId="{5C5459A5-4574-1A4C-AEA0-1FB9001436B4}">
      <dgm:prSet/>
      <dgm:spPr/>
      <dgm:t>
        <a:bodyPr/>
        <a:lstStyle/>
        <a:p>
          <a:r>
            <a:rPr lang="en-US" b="1" i="0"/>
            <a:t>Development Phase (12–20 weeks)</a:t>
          </a:r>
          <a:endParaRPr lang="en-US"/>
        </a:p>
      </dgm:t>
    </dgm:pt>
    <dgm:pt modelId="{422EA6E8-03B7-C545-AD08-A78CA4E270C9}" type="parTrans" cxnId="{D1A8F88E-822A-8845-BF6F-66085BE38130}">
      <dgm:prSet/>
      <dgm:spPr/>
      <dgm:t>
        <a:bodyPr/>
        <a:lstStyle/>
        <a:p>
          <a:endParaRPr lang="en-US"/>
        </a:p>
      </dgm:t>
    </dgm:pt>
    <dgm:pt modelId="{CAECFDA9-F2EB-0B49-A7C8-F45774F94FDE}" type="sibTrans" cxnId="{D1A8F88E-822A-8845-BF6F-66085BE38130}">
      <dgm:prSet/>
      <dgm:spPr/>
      <dgm:t>
        <a:bodyPr/>
        <a:lstStyle/>
        <a:p>
          <a:endParaRPr lang="en-US"/>
        </a:p>
      </dgm:t>
    </dgm:pt>
    <dgm:pt modelId="{BA64EF9C-85A0-CE48-AEB5-57474B21B527}" type="pres">
      <dgm:prSet presAssocID="{87FED86D-73E7-DB46-A202-E54EC244AA23}" presName="Name0" presStyleCnt="0">
        <dgm:presLayoutVars>
          <dgm:dir/>
          <dgm:animLvl val="lvl"/>
          <dgm:resizeHandles val="exact"/>
        </dgm:presLayoutVars>
      </dgm:prSet>
      <dgm:spPr/>
    </dgm:pt>
    <dgm:pt modelId="{125220B2-92A8-2544-AAEF-972363E5FAB5}" type="pres">
      <dgm:prSet presAssocID="{072EC1A4-A413-9D4E-A64C-F3010BA06268}" presName="linNode" presStyleCnt="0"/>
      <dgm:spPr/>
    </dgm:pt>
    <dgm:pt modelId="{967548A2-C34F-734B-9DC4-0969E7DA238F}" type="pres">
      <dgm:prSet presAssocID="{072EC1A4-A413-9D4E-A64C-F3010BA0626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3C614BC-37B4-3F46-BF09-9A295F570B39}" type="pres">
      <dgm:prSet presAssocID="{EBF76984-2FAB-2546-9541-787D5D08D412}" presName="sp" presStyleCnt="0"/>
      <dgm:spPr/>
    </dgm:pt>
    <dgm:pt modelId="{94384D6C-8CFB-444C-8D93-9DA15D7AB189}" type="pres">
      <dgm:prSet presAssocID="{2177EB00-A7B6-C94A-B179-08D3ED72F770}" presName="linNode" presStyleCnt="0"/>
      <dgm:spPr/>
    </dgm:pt>
    <dgm:pt modelId="{770A2848-0B79-A145-9D3A-EECBDE095504}" type="pres">
      <dgm:prSet presAssocID="{2177EB00-A7B6-C94A-B179-08D3ED72F77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516FCAE-AD53-EC4A-901B-934171D2D3A1}" type="pres">
      <dgm:prSet presAssocID="{EF1B1D07-E8EE-5C47-A642-6FE35013B95F}" presName="sp" presStyleCnt="0"/>
      <dgm:spPr/>
    </dgm:pt>
    <dgm:pt modelId="{B5FC8928-AEDC-E447-89C4-B565EFCBC1FB}" type="pres">
      <dgm:prSet presAssocID="{90BA4E4E-B8D7-EC44-86AF-39570EE6BA77}" presName="linNode" presStyleCnt="0"/>
      <dgm:spPr/>
    </dgm:pt>
    <dgm:pt modelId="{386991AB-07F9-8D44-AC88-66A19DCA4B6E}" type="pres">
      <dgm:prSet presAssocID="{90BA4E4E-B8D7-EC44-86AF-39570EE6BA77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4853A6B-ADE4-964E-94B6-C041406725E8}" type="pres">
      <dgm:prSet presAssocID="{6867088D-D2CE-5249-A925-FA25F93EC14A}" presName="sp" presStyleCnt="0"/>
      <dgm:spPr/>
    </dgm:pt>
    <dgm:pt modelId="{8E6A19B9-7CE2-3449-9E12-9818647F7716}" type="pres">
      <dgm:prSet presAssocID="{5C5459A5-4574-1A4C-AEA0-1FB9001436B4}" presName="linNode" presStyleCnt="0"/>
      <dgm:spPr/>
    </dgm:pt>
    <dgm:pt modelId="{270CE717-457D-DB4A-BCA6-B2CB4868FE09}" type="pres">
      <dgm:prSet presAssocID="{5C5459A5-4574-1A4C-AEA0-1FB9001436B4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397D974B-A97E-6D4D-9169-84592A29F293}" type="presOf" srcId="{87FED86D-73E7-DB46-A202-E54EC244AA23}" destId="{BA64EF9C-85A0-CE48-AEB5-57474B21B527}" srcOrd="0" destOrd="0" presId="urn:microsoft.com/office/officeart/2005/8/layout/vList5"/>
    <dgm:cxn modelId="{D1A8F88E-822A-8845-BF6F-66085BE38130}" srcId="{87FED86D-73E7-DB46-A202-E54EC244AA23}" destId="{5C5459A5-4574-1A4C-AEA0-1FB9001436B4}" srcOrd="3" destOrd="0" parTransId="{422EA6E8-03B7-C545-AD08-A78CA4E270C9}" sibTransId="{CAECFDA9-F2EB-0B49-A7C8-F45774F94FDE}"/>
    <dgm:cxn modelId="{7163859F-D882-7345-B486-011C6C1C9498}" srcId="{87FED86D-73E7-DB46-A202-E54EC244AA23}" destId="{072EC1A4-A413-9D4E-A64C-F3010BA06268}" srcOrd="0" destOrd="0" parTransId="{356F4D53-1CFF-5745-84F8-32E6D9659BBE}" sibTransId="{EBF76984-2FAB-2546-9541-787D5D08D412}"/>
    <dgm:cxn modelId="{63F104AF-86A7-8A4A-A847-E8170FB35558}" type="presOf" srcId="{5C5459A5-4574-1A4C-AEA0-1FB9001436B4}" destId="{270CE717-457D-DB4A-BCA6-B2CB4868FE09}" srcOrd="0" destOrd="0" presId="urn:microsoft.com/office/officeart/2005/8/layout/vList5"/>
    <dgm:cxn modelId="{EEEFEAB5-5BCA-804F-9FFB-9B5FBD892DB3}" srcId="{87FED86D-73E7-DB46-A202-E54EC244AA23}" destId="{2177EB00-A7B6-C94A-B179-08D3ED72F770}" srcOrd="1" destOrd="0" parTransId="{978181C8-87C8-0040-9081-C081C500F1D2}" sibTransId="{EF1B1D07-E8EE-5C47-A642-6FE35013B95F}"/>
    <dgm:cxn modelId="{7E3AB3C5-3073-5E43-83F3-90EEF8EB8536}" type="presOf" srcId="{90BA4E4E-B8D7-EC44-86AF-39570EE6BA77}" destId="{386991AB-07F9-8D44-AC88-66A19DCA4B6E}" srcOrd="0" destOrd="0" presId="urn:microsoft.com/office/officeart/2005/8/layout/vList5"/>
    <dgm:cxn modelId="{BA3BA4D0-AA84-B749-92CC-08FA7AFA6E55}" type="presOf" srcId="{072EC1A4-A413-9D4E-A64C-F3010BA06268}" destId="{967548A2-C34F-734B-9DC4-0969E7DA238F}" srcOrd="0" destOrd="0" presId="urn:microsoft.com/office/officeart/2005/8/layout/vList5"/>
    <dgm:cxn modelId="{C0A5F9EC-4360-2A4C-A8EC-A12841864416}" srcId="{87FED86D-73E7-DB46-A202-E54EC244AA23}" destId="{90BA4E4E-B8D7-EC44-86AF-39570EE6BA77}" srcOrd="2" destOrd="0" parTransId="{A06A4F98-8932-304A-A5D7-6C471C5AFE0C}" sibTransId="{6867088D-D2CE-5249-A925-FA25F93EC14A}"/>
    <dgm:cxn modelId="{BE4B3FFE-1BCC-5F4E-8AEA-9541E14F19DE}" type="presOf" srcId="{2177EB00-A7B6-C94A-B179-08D3ED72F770}" destId="{770A2848-0B79-A145-9D3A-EECBDE095504}" srcOrd="0" destOrd="0" presId="urn:microsoft.com/office/officeart/2005/8/layout/vList5"/>
    <dgm:cxn modelId="{19741ABC-C41C-1E42-B0BE-76A03D05D1A1}" type="presParOf" srcId="{BA64EF9C-85A0-CE48-AEB5-57474B21B527}" destId="{125220B2-92A8-2544-AAEF-972363E5FAB5}" srcOrd="0" destOrd="0" presId="urn:microsoft.com/office/officeart/2005/8/layout/vList5"/>
    <dgm:cxn modelId="{7C41E7CF-2BB9-C54B-800B-9604503C8CB6}" type="presParOf" srcId="{125220B2-92A8-2544-AAEF-972363E5FAB5}" destId="{967548A2-C34F-734B-9DC4-0969E7DA238F}" srcOrd="0" destOrd="0" presId="urn:microsoft.com/office/officeart/2005/8/layout/vList5"/>
    <dgm:cxn modelId="{F56731FB-8B29-A84C-97E4-3B3B29359027}" type="presParOf" srcId="{BA64EF9C-85A0-CE48-AEB5-57474B21B527}" destId="{D3C614BC-37B4-3F46-BF09-9A295F570B39}" srcOrd="1" destOrd="0" presId="urn:microsoft.com/office/officeart/2005/8/layout/vList5"/>
    <dgm:cxn modelId="{109CA1CC-982F-7245-8DD9-24714154423A}" type="presParOf" srcId="{BA64EF9C-85A0-CE48-AEB5-57474B21B527}" destId="{94384D6C-8CFB-444C-8D93-9DA15D7AB189}" srcOrd="2" destOrd="0" presId="urn:microsoft.com/office/officeart/2005/8/layout/vList5"/>
    <dgm:cxn modelId="{5FD51B94-892A-604A-B150-EDFAB7CBE988}" type="presParOf" srcId="{94384D6C-8CFB-444C-8D93-9DA15D7AB189}" destId="{770A2848-0B79-A145-9D3A-EECBDE095504}" srcOrd="0" destOrd="0" presId="urn:microsoft.com/office/officeart/2005/8/layout/vList5"/>
    <dgm:cxn modelId="{F3E381DD-7495-3D46-A166-611379A33232}" type="presParOf" srcId="{BA64EF9C-85A0-CE48-AEB5-57474B21B527}" destId="{9516FCAE-AD53-EC4A-901B-934171D2D3A1}" srcOrd="3" destOrd="0" presId="urn:microsoft.com/office/officeart/2005/8/layout/vList5"/>
    <dgm:cxn modelId="{D7BAC936-C52B-174E-BC35-168B0912ABF7}" type="presParOf" srcId="{BA64EF9C-85A0-CE48-AEB5-57474B21B527}" destId="{B5FC8928-AEDC-E447-89C4-B565EFCBC1FB}" srcOrd="4" destOrd="0" presId="urn:microsoft.com/office/officeart/2005/8/layout/vList5"/>
    <dgm:cxn modelId="{377442C3-6513-B348-A274-66C0FFCF1A5E}" type="presParOf" srcId="{B5FC8928-AEDC-E447-89C4-B565EFCBC1FB}" destId="{386991AB-07F9-8D44-AC88-66A19DCA4B6E}" srcOrd="0" destOrd="0" presId="urn:microsoft.com/office/officeart/2005/8/layout/vList5"/>
    <dgm:cxn modelId="{AB532C77-A6AC-3244-9CF5-F6033C0D785E}" type="presParOf" srcId="{BA64EF9C-85A0-CE48-AEB5-57474B21B527}" destId="{74853A6B-ADE4-964E-94B6-C041406725E8}" srcOrd="5" destOrd="0" presId="urn:microsoft.com/office/officeart/2005/8/layout/vList5"/>
    <dgm:cxn modelId="{C43F6E0B-D524-CC40-8E5C-7EB33D496FFB}" type="presParOf" srcId="{BA64EF9C-85A0-CE48-AEB5-57474B21B527}" destId="{8E6A19B9-7CE2-3449-9E12-9818647F7716}" srcOrd="6" destOrd="0" presId="urn:microsoft.com/office/officeart/2005/8/layout/vList5"/>
    <dgm:cxn modelId="{99F57A59-182A-E746-877D-992AC28724F0}" type="presParOf" srcId="{8E6A19B9-7CE2-3449-9E12-9818647F7716}" destId="{270CE717-457D-DB4A-BCA6-B2CB4868FE0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468D6E8-02CC-4BA0-897E-57885E9E95F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B83AAA5-3134-40F6-B0D6-30F99DD2EB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Goal:</a:t>
          </a:r>
          <a:r>
            <a:rPr lang="en-US" b="0" i="0" dirty="0"/>
            <a:t> </a:t>
          </a:r>
          <a:r>
            <a:rPr lang="en-US" b="1" i="0" dirty="0"/>
            <a:t>10,000</a:t>
          </a:r>
          <a:r>
            <a:rPr lang="en-US" b="0" i="0" dirty="0"/>
            <a:t> members</a:t>
          </a:r>
          <a:endParaRPr lang="en-US" dirty="0"/>
        </a:p>
      </dgm:t>
    </dgm:pt>
    <dgm:pt modelId="{1FEE83AC-08C2-49D5-B1BC-031D1A224A1C}" type="parTrans" cxnId="{4ABC559A-8475-4F30-8EB0-46721E8248F6}">
      <dgm:prSet/>
      <dgm:spPr/>
      <dgm:t>
        <a:bodyPr/>
        <a:lstStyle/>
        <a:p>
          <a:endParaRPr lang="en-US"/>
        </a:p>
      </dgm:t>
    </dgm:pt>
    <dgm:pt modelId="{E140FE5F-FFF8-4514-BA5C-1CC77E97C7AA}" type="sibTrans" cxnId="{4ABC559A-8475-4F30-8EB0-46721E8248F6}">
      <dgm:prSet/>
      <dgm:spPr/>
      <dgm:t>
        <a:bodyPr/>
        <a:lstStyle/>
        <a:p>
          <a:endParaRPr lang="en-US"/>
        </a:p>
      </dgm:t>
    </dgm:pt>
    <dgm:pt modelId="{2B5E34A1-6EB5-4053-B4C0-197A7E09B9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Revenue:</a:t>
          </a:r>
          <a:r>
            <a:rPr lang="en-US" b="0" i="0" dirty="0"/>
            <a:t> </a:t>
          </a:r>
          <a:r>
            <a:rPr lang="en-US" b="1" i="0" dirty="0"/>
            <a:t>$2 million</a:t>
          </a:r>
          <a:endParaRPr lang="en-US" b="1" dirty="0"/>
        </a:p>
      </dgm:t>
    </dgm:pt>
    <dgm:pt modelId="{1BD29B9D-C597-4B93-894E-7EA784231A9D}" type="parTrans" cxnId="{DAEEEEA7-73A4-4D07-8074-EB3705989C99}">
      <dgm:prSet/>
      <dgm:spPr/>
      <dgm:t>
        <a:bodyPr/>
        <a:lstStyle/>
        <a:p>
          <a:endParaRPr lang="en-US"/>
        </a:p>
      </dgm:t>
    </dgm:pt>
    <dgm:pt modelId="{BB1DEA02-8F94-4683-B854-5A48BA0DE554}" type="sibTrans" cxnId="{DAEEEEA7-73A4-4D07-8074-EB3705989C99}">
      <dgm:prSet/>
      <dgm:spPr/>
      <dgm:t>
        <a:bodyPr/>
        <a:lstStyle/>
        <a:p>
          <a:endParaRPr lang="en-US"/>
        </a:p>
      </dgm:t>
    </dgm:pt>
    <dgm:pt modelId="{54BECE4D-80EA-4B20-82F9-DBBC7691CA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Begin brand partnerships and small sponsorships</a:t>
          </a:r>
          <a:endParaRPr lang="en-US"/>
        </a:p>
      </dgm:t>
    </dgm:pt>
    <dgm:pt modelId="{0D679A03-D4B3-4B98-B82C-012866F1DD1A}" type="parTrans" cxnId="{591B80DC-19F4-4F6B-9B46-FD7A71885CF9}">
      <dgm:prSet/>
      <dgm:spPr/>
      <dgm:t>
        <a:bodyPr/>
        <a:lstStyle/>
        <a:p>
          <a:endParaRPr lang="en-US"/>
        </a:p>
      </dgm:t>
    </dgm:pt>
    <dgm:pt modelId="{10E13979-A89F-4D0B-8269-A5436FAF282F}" type="sibTrans" cxnId="{591B80DC-19F4-4F6B-9B46-FD7A71885CF9}">
      <dgm:prSet/>
      <dgm:spPr/>
      <dgm:t>
        <a:bodyPr/>
        <a:lstStyle/>
        <a:p>
          <a:endParaRPr lang="en-US"/>
        </a:p>
      </dgm:t>
    </dgm:pt>
    <dgm:pt modelId="{1A220864-E85B-4D0D-B859-5B4616ED8E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Launch premium app features and team expansion</a:t>
          </a:r>
          <a:endParaRPr lang="en-US"/>
        </a:p>
      </dgm:t>
    </dgm:pt>
    <dgm:pt modelId="{780D93F0-F67F-4673-A105-AE085712A9EB}" type="parTrans" cxnId="{AEA8772B-33DA-4835-9B2A-5917217A53C7}">
      <dgm:prSet/>
      <dgm:spPr/>
      <dgm:t>
        <a:bodyPr/>
        <a:lstStyle/>
        <a:p>
          <a:endParaRPr lang="en-US"/>
        </a:p>
      </dgm:t>
    </dgm:pt>
    <dgm:pt modelId="{CFE40911-1A78-4794-AF56-297531322514}" type="sibTrans" cxnId="{AEA8772B-33DA-4835-9B2A-5917217A53C7}">
      <dgm:prSet/>
      <dgm:spPr/>
      <dgm:t>
        <a:bodyPr/>
        <a:lstStyle/>
        <a:p>
          <a:endParaRPr lang="en-US"/>
        </a:p>
      </dgm:t>
    </dgm:pt>
    <dgm:pt modelId="{BCF9D5FE-DF55-4E89-B66F-09A8614D318B}" type="pres">
      <dgm:prSet presAssocID="{0468D6E8-02CC-4BA0-897E-57885E9E95FA}" presName="root" presStyleCnt="0">
        <dgm:presLayoutVars>
          <dgm:dir/>
          <dgm:resizeHandles val="exact"/>
        </dgm:presLayoutVars>
      </dgm:prSet>
      <dgm:spPr/>
    </dgm:pt>
    <dgm:pt modelId="{07B0D4A5-9752-4EAD-8B1A-937AA8F714CB}" type="pres">
      <dgm:prSet presAssocID="{3B83AAA5-3134-40F6-B0D6-30F99DD2EBD8}" presName="compNode" presStyleCnt="0"/>
      <dgm:spPr/>
    </dgm:pt>
    <dgm:pt modelId="{C81012D3-B6C1-4ABA-84E5-DFCA38B440EE}" type="pres">
      <dgm:prSet presAssocID="{3B83AAA5-3134-40F6-B0D6-30F99DD2EBD8}" presName="bgRect" presStyleLbl="bgShp" presStyleIdx="0" presStyleCnt="4"/>
      <dgm:spPr/>
    </dgm:pt>
    <dgm:pt modelId="{F9C27620-F323-41A5-BC9B-E4F3FACB976E}" type="pres">
      <dgm:prSet presAssocID="{3B83AAA5-3134-40F6-B0D6-30F99DD2EBD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ABD9B7A-5706-44F1-A1FC-A168942C5A35}" type="pres">
      <dgm:prSet presAssocID="{3B83AAA5-3134-40F6-B0D6-30F99DD2EBD8}" presName="spaceRect" presStyleCnt="0"/>
      <dgm:spPr/>
    </dgm:pt>
    <dgm:pt modelId="{B72DBD6F-B8CE-47C2-B05B-CB67A068EE03}" type="pres">
      <dgm:prSet presAssocID="{3B83AAA5-3134-40F6-B0D6-30F99DD2EBD8}" presName="parTx" presStyleLbl="revTx" presStyleIdx="0" presStyleCnt="4">
        <dgm:presLayoutVars>
          <dgm:chMax val="0"/>
          <dgm:chPref val="0"/>
        </dgm:presLayoutVars>
      </dgm:prSet>
      <dgm:spPr/>
    </dgm:pt>
    <dgm:pt modelId="{40DED312-F12A-4448-B160-9D7C507449A7}" type="pres">
      <dgm:prSet presAssocID="{E140FE5F-FFF8-4514-BA5C-1CC77E97C7AA}" presName="sibTrans" presStyleCnt="0"/>
      <dgm:spPr/>
    </dgm:pt>
    <dgm:pt modelId="{231537E3-AD08-408C-A2DF-6584FCA7C6F9}" type="pres">
      <dgm:prSet presAssocID="{2B5E34A1-6EB5-4053-B4C0-197A7E09B918}" presName="compNode" presStyleCnt="0"/>
      <dgm:spPr/>
    </dgm:pt>
    <dgm:pt modelId="{403F2EDE-232E-44D7-A897-B26FDBDC53F0}" type="pres">
      <dgm:prSet presAssocID="{2B5E34A1-6EB5-4053-B4C0-197A7E09B918}" presName="bgRect" presStyleLbl="bgShp" presStyleIdx="1" presStyleCnt="4"/>
      <dgm:spPr/>
    </dgm:pt>
    <dgm:pt modelId="{F48832B2-1440-4E1D-A7A1-EAB1CEC24ED7}" type="pres">
      <dgm:prSet presAssocID="{2B5E34A1-6EB5-4053-B4C0-197A7E09B9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D92438F-E6B0-403A-AFA0-DD784D7904C1}" type="pres">
      <dgm:prSet presAssocID="{2B5E34A1-6EB5-4053-B4C0-197A7E09B918}" presName="spaceRect" presStyleCnt="0"/>
      <dgm:spPr/>
    </dgm:pt>
    <dgm:pt modelId="{E34B002C-6607-43BE-9FEB-6C7FE2CE77EB}" type="pres">
      <dgm:prSet presAssocID="{2B5E34A1-6EB5-4053-B4C0-197A7E09B918}" presName="parTx" presStyleLbl="revTx" presStyleIdx="1" presStyleCnt="4">
        <dgm:presLayoutVars>
          <dgm:chMax val="0"/>
          <dgm:chPref val="0"/>
        </dgm:presLayoutVars>
      </dgm:prSet>
      <dgm:spPr/>
    </dgm:pt>
    <dgm:pt modelId="{AD3CBDA1-DB04-4AE4-B9CE-EB0273499DD9}" type="pres">
      <dgm:prSet presAssocID="{BB1DEA02-8F94-4683-B854-5A48BA0DE554}" presName="sibTrans" presStyleCnt="0"/>
      <dgm:spPr/>
    </dgm:pt>
    <dgm:pt modelId="{E5A1BE4C-6176-4488-B226-E18222847A91}" type="pres">
      <dgm:prSet presAssocID="{54BECE4D-80EA-4B20-82F9-DBBC7691CA49}" presName="compNode" presStyleCnt="0"/>
      <dgm:spPr/>
    </dgm:pt>
    <dgm:pt modelId="{DA49D6D5-9F30-4E0B-9D32-D0F0803FBC89}" type="pres">
      <dgm:prSet presAssocID="{54BECE4D-80EA-4B20-82F9-DBBC7691CA49}" presName="bgRect" presStyleLbl="bgShp" presStyleIdx="2" presStyleCnt="4"/>
      <dgm:spPr/>
    </dgm:pt>
    <dgm:pt modelId="{69702FFC-15C2-42C2-AACE-326E276809F0}" type="pres">
      <dgm:prSet presAssocID="{54BECE4D-80EA-4B20-82F9-DBBC7691CA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040AD64-F50B-4E45-B802-CCF1D745BFCA}" type="pres">
      <dgm:prSet presAssocID="{54BECE4D-80EA-4B20-82F9-DBBC7691CA49}" presName="spaceRect" presStyleCnt="0"/>
      <dgm:spPr/>
    </dgm:pt>
    <dgm:pt modelId="{89C850FC-A2B7-494F-A565-FB50640D671F}" type="pres">
      <dgm:prSet presAssocID="{54BECE4D-80EA-4B20-82F9-DBBC7691CA49}" presName="parTx" presStyleLbl="revTx" presStyleIdx="2" presStyleCnt="4">
        <dgm:presLayoutVars>
          <dgm:chMax val="0"/>
          <dgm:chPref val="0"/>
        </dgm:presLayoutVars>
      </dgm:prSet>
      <dgm:spPr/>
    </dgm:pt>
    <dgm:pt modelId="{AA0961AF-2ED8-4EC7-8CA4-3FF2A0F38E2D}" type="pres">
      <dgm:prSet presAssocID="{10E13979-A89F-4D0B-8269-A5436FAF282F}" presName="sibTrans" presStyleCnt="0"/>
      <dgm:spPr/>
    </dgm:pt>
    <dgm:pt modelId="{5002184F-B0D6-4573-A459-213AE4E387C2}" type="pres">
      <dgm:prSet presAssocID="{1A220864-E85B-4D0D-B859-5B4616ED8E66}" presName="compNode" presStyleCnt="0"/>
      <dgm:spPr/>
    </dgm:pt>
    <dgm:pt modelId="{93D4D8DD-B7FB-402A-88B8-7CBC87E650AF}" type="pres">
      <dgm:prSet presAssocID="{1A220864-E85B-4D0D-B859-5B4616ED8E66}" presName="bgRect" presStyleLbl="bgShp" presStyleIdx="3" presStyleCnt="4"/>
      <dgm:spPr/>
    </dgm:pt>
    <dgm:pt modelId="{376B2861-2D63-4C63-9B39-6B2871C01CDA}" type="pres">
      <dgm:prSet presAssocID="{1A220864-E85B-4D0D-B859-5B4616ED8E6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D89AA9-2E71-4829-8F06-90526EB03950}" type="pres">
      <dgm:prSet presAssocID="{1A220864-E85B-4D0D-B859-5B4616ED8E66}" presName="spaceRect" presStyleCnt="0"/>
      <dgm:spPr/>
    </dgm:pt>
    <dgm:pt modelId="{332DEB86-4CEC-47D5-88E4-234E8F7B9E9F}" type="pres">
      <dgm:prSet presAssocID="{1A220864-E85B-4D0D-B859-5B4616ED8E6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460902A-F576-4BCB-AF1C-042E1D22C52F}" type="presOf" srcId="{0468D6E8-02CC-4BA0-897E-57885E9E95FA}" destId="{BCF9D5FE-DF55-4E89-B66F-09A8614D318B}" srcOrd="0" destOrd="0" presId="urn:microsoft.com/office/officeart/2018/2/layout/IconVerticalSolidList"/>
    <dgm:cxn modelId="{AEA8772B-33DA-4835-9B2A-5917217A53C7}" srcId="{0468D6E8-02CC-4BA0-897E-57885E9E95FA}" destId="{1A220864-E85B-4D0D-B859-5B4616ED8E66}" srcOrd="3" destOrd="0" parTransId="{780D93F0-F67F-4673-A105-AE085712A9EB}" sibTransId="{CFE40911-1A78-4794-AF56-297531322514}"/>
    <dgm:cxn modelId="{3109DE4D-4303-4369-B69A-2FCC64413D57}" type="presOf" srcId="{54BECE4D-80EA-4B20-82F9-DBBC7691CA49}" destId="{89C850FC-A2B7-494F-A565-FB50640D671F}" srcOrd="0" destOrd="0" presId="urn:microsoft.com/office/officeart/2018/2/layout/IconVerticalSolidList"/>
    <dgm:cxn modelId="{368DC073-9691-4F24-8F15-50F2759BAA1A}" type="presOf" srcId="{2B5E34A1-6EB5-4053-B4C0-197A7E09B918}" destId="{E34B002C-6607-43BE-9FEB-6C7FE2CE77EB}" srcOrd="0" destOrd="0" presId="urn:microsoft.com/office/officeart/2018/2/layout/IconVerticalSolidList"/>
    <dgm:cxn modelId="{F30F7B87-2585-44A2-90B8-EA48911B9BF7}" type="presOf" srcId="{3B83AAA5-3134-40F6-B0D6-30F99DD2EBD8}" destId="{B72DBD6F-B8CE-47C2-B05B-CB67A068EE03}" srcOrd="0" destOrd="0" presId="urn:microsoft.com/office/officeart/2018/2/layout/IconVerticalSolidList"/>
    <dgm:cxn modelId="{4ABC559A-8475-4F30-8EB0-46721E8248F6}" srcId="{0468D6E8-02CC-4BA0-897E-57885E9E95FA}" destId="{3B83AAA5-3134-40F6-B0D6-30F99DD2EBD8}" srcOrd="0" destOrd="0" parTransId="{1FEE83AC-08C2-49D5-B1BC-031D1A224A1C}" sibTransId="{E140FE5F-FFF8-4514-BA5C-1CC77E97C7AA}"/>
    <dgm:cxn modelId="{DAEEEEA7-73A4-4D07-8074-EB3705989C99}" srcId="{0468D6E8-02CC-4BA0-897E-57885E9E95FA}" destId="{2B5E34A1-6EB5-4053-B4C0-197A7E09B918}" srcOrd="1" destOrd="0" parTransId="{1BD29B9D-C597-4B93-894E-7EA784231A9D}" sibTransId="{BB1DEA02-8F94-4683-B854-5A48BA0DE554}"/>
    <dgm:cxn modelId="{591B80DC-19F4-4F6B-9B46-FD7A71885CF9}" srcId="{0468D6E8-02CC-4BA0-897E-57885E9E95FA}" destId="{54BECE4D-80EA-4B20-82F9-DBBC7691CA49}" srcOrd="2" destOrd="0" parTransId="{0D679A03-D4B3-4B98-B82C-012866F1DD1A}" sibTransId="{10E13979-A89F-4D0B-8269-A5436FAF282F}"/>
    <dgm:cxn modelId="{C8293DFE-8AE3-4B01-8ABE-75CCF51F2BBE}" type="presOf" srcId="{1A220864-E85B-4D0D-B859-5B4616ED8E66}" destId="{332DEB86-4CEC-47D5-88E4-234E8F7B9E9F}" srcOrd="0" destOrd="0" presId="urn:microsoft.com/office/officeart/2018/2/layout/IconVerticalSolidList"/>
    <dgm:cxn modelId="{DEFDFC3E-15F5-4FB5-9405-BB7E35F5A438}" type="presParOf" srcId="{BCF9D5FE-DF55-4E89-B66F-09A8614D318B}" destId="{07B0D4A5-9752-4EAD-8B1A-937AA8F714CB}" srcOrd="0" destOrd="0" presId="urn:microsoft.com/office/officeart/2018/2/layout/IconVerticalSolidList"/>
    <dgm:cxn modelId="{D963FE93-D828-4D08-83FD-9A01D976D1C1}" type="presParOf" srcId="{07B0D4A5-9752-4EAD-8B1A-937AA8F714CB}" destId="{C81012D3-B6C1-4ABA-84E5-DFCA38B440EE}" srcOrd="0" destOrd="0" presId="urn:microsoft.com/office/officeart/2018/2/layout/IconVerticalSolidList"/>
    <dgm:cxn modelId="{BBB1551C-A128-45EE-883C-18FCCDB09672}" type="presParOf" srcId="{07B0D4A5-9752-4EAD-8B1A-937AA8F714CB}" destId="{F9C27620-F323-41A5-BC9B-E4F3FACB976E}" srcOrd="1" destOrd="0" presId="urn:microsoft.com/office/officeart/2018/2/layout/IconVerticalSolidList"/>
    <dgm:cxn modelId="{9BB80A84-74AB-4650-B076-291D7023CF22}" type="presParOf" srcId="{07B0D4A5-9752-4EAD-8B1A-937AA8F714CB}" destId="{AABD9B7A-5706-44F1-A1FC-A168942C5A35}" srcOrd="2" destOrd="0" presId="urn:microsoft.com/office/officeart/2018/2/layout/IconVerticalSolidList"/>
    <dgm:cxn modelId="{A803EADC-AC0E-4E13-BAB8-B7910DCF7471}" type="presParOf" srcId="{07B0D4A5-9752-4EAD-8B1A-937AA8F714CB}" destId="{B72DBD6F-B8CE-47C2-B05B-CB67A068EE03}" srcOrd="3" destOrd="0" presId="urn:microsoft.com/office/officeart/2018/2/layout/IconVerticalSolidList"/>
    <dgm:cxn modelId="{ADB870DC-5662-4A17-9C59-7C9DBCE3EE0B}" type="presParOf" srcId="{BCF9D5FE-DF55-4E89-B66F-09A8614D318B}" destId="{40DED312-F12A-4448-B160-9D7C507449A7}" srcOrd="1" destOrd="0" presId="urn:microsoft.com/office/officeart/2018/2/layout/IconVerticalSolidList"/>
    <dgm:cxn modelId="{6DBBB09B-A247-44C1-B021-1036261715E9}" type="presParOf" srcId="{BCF9D5FE-DF55-4E89-B66F-09A8614D318B}" destId="{231537E3-AD08-408C-A2DF-6584FCA7C6F9}" srcOrd="2" destOrd="0" presId="urn:microsoft.com/office/officeart/2018/2/layout/IconVerticalSolidList"/>
    <dgm:cxn modelId="{E42A3B5A-768B-41CA-BA89-91F798C1440C}" type="presParOf" srcId="{231537E3-AD08-408C-A2DF-6584FCA7C6F9}" destId="{403F2EDE-232E-44D7-A897-B26FDBDC53F0}" srcOrd="0" destOrd="0" presId="urn:microsoft.com/office/officeart/2018/2/layout/IconVerticalSolidList"/>
    <dgm:cxn modelId="{69BE681C-D22D-428F-B764-075D8F402864}" type="presParOf" srcId="{231537E3-AD08-408C-A2DF-6584FCA7C6F9}" destId="{F48832B2-1440-4E1D-A7A1-EAB1CEC24ED7}" srcOrd="1" destOrd="0" presId="urn:microsoft.com/office/officeart/2018/2/layout/IconVerticalSolidList"/>
    <dgm:cxn modelId="{07BF4898-C18F-47A4-8C63-09953EC02C4F}" type="presParOf" srcId="{231537E3-AD08-408C-A2DF-6584FCA7C6F9}" destId="{0D92438F-E6B0-403A-AFA0-DD784D7904C1}" srcOrd="2" destOrd="0" presId="urn:microsoft.com/office/officeart/2018/2/layout/IconVerticalSolidList"/>
    <dgm:cxn modelId="{3C2650A3-75FA-49B4-B4E2-AEC543E14496}" type="presParOf" srcId="{231537E3-AD08-408C-A2DF-6584FCA7C6F9}" destId="{E34B002C-6607-43BE-9FEB-6C7FE2CE77EB}" srcOrd="3" destOrd="0" presId="urn:microsoft.com/office/officeart/2018/2/layout/IconVerticalSolidList"/>
    <dgm:cxn modelId="{D02E4400-2F70-4BCE-BD5E-C5B4A85525B1}" type="presParOf" srcId="{BCF9D5FE-DF55-4E89-B66F-09A8614D318B}" destId="{AD3CBDA1-DB04-4AE4-B9CE-EB0273499DD9}" srcOrd="3" destOrd="0" presId="urn:microsoft.com/office/officeart/2018/2/layout/IconVerticalSolidList"/>
    <dgm:cxn modelId="{6BDD618C-3342-44FF-B83F-5F7A559658CD}" type="presParOf" srcId="{BCF9D5FE-DF55-4E89-B66F-09A8614D318B}" destId="{E5A1BE4C-6176-4488-B226-E18222847A91}" srcOrd="4" destOrd="0" presId="urn:microsoft.com/office/officeart/2018/2/layout/IconVerticalSolidList"/>
    <dgm:cxn modelId="{B560A7F8-39A5-46A9-A918-D9F0B54A82B5}" type="presParOf" srcId="{E5A1BE4C-6176-4488-B226-E18222847A91}" destId="{DA49D6D5-9F30-4E0B-9D32-D0F0803FBC89}" srcOrd="0" destOrd="0" presId="urn:microsoft.com/office/officeart/2018/2/layout/IconVerticalSolidList"/>
    <dgm:cxn modelId="{6CF0AA59-C670-4ED0-81B0-B90F21181123}" type="presParOf" srcId="{E5A1BE4C-6176-4488-B226-E18222847A91}" destId="{69702FFC-15C2-42C2-AACE-326E276809F0}" srcOrd="1" destOrd="0" presId="urn:microsoft.com/office/officeart/2018/2/layout/IconVerticalSolidList"/>
    <dgm:cxn modelId="{59AB806D-A83D-4D07-B8A6-558224D45697}" type="presParOf" srcId="{E5A1BE4C-6176-4488-B226-E18222847A91}" destId="{9040AD64-F50B-4E45-B802-CCF1D745BFCA}" srcOrd="2" destOrd="0" presId="urn:microsoft.com/office/officeart/2018/2/layout/IconVerticalSolidList"/>
    <dgm:cxn modelId="{5E8A9A6F-537D-4817-ADCB-578B4EA5DAB7}" type="presParOf" srcId="{E5A1BE4C-6176-4488-B226-E18222847A91}" destId="{89C850FC-A2B7-494F-A565-FB50640D671F}" srcOrd="3" destOrd="0" presId="urn:microsoft.com/office/officeart/2018/2/layout/IconVerticalSolidList"/>
    <dgm:cxn modelId="{91215DF7-4F50-4FA1-BCBE-6B55069BC49C}" type="presParOf" srcId="{BCF9D5FE-DF55-4E89-B66F-09A8614D318B}" destId="{AA0961AF-2ED8-4EC7-8CA4-3FF2A0F38E2D}" srcOrd="5" destOrd="0" presId="urn:microsoft.com/office/officeart/2018/2/layout/IconVerticalSolidList"/>
    <dgm:cxn modelId="{1A628588-AB9D-4DCB-9483-2A3956776BA3}" type="presParOf" srcId="{BCF9D5FE-DF55-4E89-B66F-09A8614D318B}" destId="{5002184F-B0D6-4573-A459-213AE4E387C2}" srcOrd="6" destOrd="0" presId="urn:microsoft.com/office/officeart/2018/2/layout/IconVerticalSolidList"/>
    <dgm:cxn modelId="{29977F55-EFB1-424B-B08A-C76D7E797296}" type="presParOf" srcId="{5002184F-B0D6-4573-A459-213AE4E387C2}" destId="{93D4D8DD-B7FB-402A-88B8-7CBC87E650AF}" srcOrd="0" destOrd="0" presId="urn:microsoft.com/office/officeart/2018/2/layout/IconVerticalSolidList"/>
    <dgm:cxn modelId="{03415F3D-2C77-4D5F-A101-8FC5CB0BDDA5}" type="presParOf" srcId="{5002184F-B0D6-4573-A459-213AE4E387C2}" destId="{376B2861-2D63-4C63-9B39-6B2871C01CDA}" srcOrd="1" destOrd="0" presId="urn:microsoft.com/office/officeart/2018/2/layout/IconVerticalSolidList"/>
    <dgm:cxn modelId="{9FB7FEAE-032C-4384-8F83-68858311C839}" type="presParOf" srcId="{5002184F-B0D6-4573-A459-213AE4E387C2}" destId="{8FD89AA9-2E71-4829-8F06-90526EB03950}" srcOrd="2" destOrd="0" presId="urn:microsoft.com/office/officeart/2018/2/layout/IconVerticalSolidList"/>
    <dgm:cxn modelId="{071C6E2C-66EB-475D-AB36-C90D098F033A}" type="presParOf" srcId="{5002184F-B0D6-4573-A459-213AE4E387C2}" destId="{332DEB86-4CEC-47D5-88E4-234E8F7B9E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6C3B9D4-2797-47D6-9C64-77FFCACB509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FFE11C-35E0-4BB6-8C9C-3C424715C22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i="0" dirty="0"/>
            <a:t>Thank You for Joining Us on the Start Line</a:t>
          </a:r>
          <a:br>
            <a:rPr lang="en-US" sz="1600" b="0" i="0" dirty="0"/>
          </a:br>
          <a:r>
            <a:rPr lang="en-US" sz="1600" b="0" i="0" dirty="0"/>
            <a:t>We’re not just building a run team — we’re building a global movement of connection, progress, and community.</a:t>
          </a:r>
          <a:endParaRPr lang="en-US" sz="1600" dirty="0"/>
        </a:p>
      </dgm:t>
    </dgm:pt>
    <dgm:pt modelId="{3741829D-54F0-4EA5-8960-5D20DF06D339}" type="parTrans" cxnId="{A4CCC631-C626-46F8-982C-C204CEF8196A}">
      <dgm:prSet/>
      <dgm:spPr/>
      <dgm:t>
        <a:bodyPr/>
        <a:lstStyle/>
        <a:p>
          <a:endParaRPr lang="en-US"/>
        </a:p>
      </dgm:t>
    </dgm:pt>
    <dgm:pt modelId="{F0EB63BB-B983-414C-89C8-7B68A714A93D}" type="sibTrans" cxnId="{A4CCC631-C626-46F8-982C-C204CEF8196A}">
      <dgm:prSet/>
      <dgm:spPr/>
      <dgm:t>
        <a:bodyPr/>
        <a:lstStyle/>
        <a:p>
          <a:endParaRPr lang="en-US"/>
        </a:p>
      </dgm:t>
    </dgm:pt>
    <dgm:pt modelId="{CA7B8745-3C94-4C27-9F53-C097931BA33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i="0" dirty="0"/>
            <a:t>📩 Contact Info:</a:t>
          </a:r>
          <a:br>
            <a:rPr lang="en-US" sz="1600" dirty="0"/>
          </a:br>
          <a:r>
            <a:rPr lang="en-US" sz="1600" b="1" i="0" dirty="0"/>
            <a:t>Name:</a:t>
          </a:r>
          <a:r>
            <a:rPr lang="en-US" sz="1600" b="0" i="0" dirty="0"/>
            <a:t> ERNEST SMITH</a:t>
          </a:r>
          <a:br>
            <a:rPr lang="en-US" sz="1600" dirty="0"/>
          </a:br>
          <a:r>
            <a:rPr lang="en-US" sz="1600" b="1" i="0" dirty="0"/>
            <a:t>Email:</a:t>
          </a:r>
          <a:r>
            <a:rPr lang="en-US" sz="1600" b="0" i="0" dirty="0"/>
            <a:t> RUNTEAM3332@GMAIL.COM</a:t>
          </a:r>
          <a:br>
            <a:rPr lang="en-US" sz="1600" dirty="0"/>
          </a:br>
          <a:r>
            <a:rPr lang="en-US" sz="1600" b="1" i="0" dirty="0"/>
            <a:t>Phone:</a:t>
          </a:r>
          <a:r>
            <a:rPr lang="en-US" sz="1600" b="0" i="0" dirty="0"/>
            <a:t> 504.444.9746</a:t>
          </a:r>
          <a:br>
            <a:rPr lang="en-US" sz="1600" dirty="0"/>
          </a:br>
          <a:r>
            <a:rPr lang="en-US" sz="1600" b="1" i="0" dirty="0"/>
            <a:t>Website / App (Coming Soon)</a:t>
          </a:r>
          <a:endParaRPr lang="en-US" sz="1600" dirty="0"/>
        </a:p>
      </dgm:t>
    </dgm:pt>
    <dgm:pt modelId="{391ADC94-CF93-47B8-B4D3-8D10CEBA3A8D}" type="parTrans" cxnId="{0389648D-66E4-4418-8937-9DAD62202474}">
      <dgm:prSet/>
      <dgm:spPr/>
      <dgm:t>
        <a:bodyPr/>
        <a:lstStyle/>
        <a:p>
          <a:endParaRPr lang="en-US"/>
        </a:p>
      </dgm:t>
    </dgm:pt>
    <dgm:pt modelId="{98F57789-5F80-40AE-80E0-103BED0DB841}" type="sibTrans" cxnId="{0389648D-66E4-4418-8937-9DAD62202474}">
      <dgm:prSet/>
      <dgm:spPr/>
      <dgm:t>
        <a:bodyPr/>
        <a:lstStyle/>
        <a:p>
          <a:endParaRPr lang="en-US"/>
        </a:p>
      </dgm:t>
    </dgm:pt>
    <dgm:pt modelId="{85092C75-29EC-4CC3-BFA5-45C4AB3ADF3D}" type="pres">
      <dgm:prSet presAssocID="{06C3B9D4-2797-47D6-9C64-77FFCACB5096}" presName="root" presStyleCnt="0">
        <dgm:presLayoutVars>
          <dgm:dir/>
          <dgm:resizeHandles val="exact"/>
        </dgm:presLayoutVars>
      </dgm:prSet>
      <dgm:spPr/>
    </dgm:pt>
    <dgm:pt modelId="{0ACE40D9-D176-4ECF-BF59-950F209931EE}" type="pres">
      <dgm:prSet presAssocID="{78FFE11C-35E0-4BB6-8C9C-3C424715C220}" presName="compNode" presStyleCnt="0"/>
      <dgm:spPr/>
    </dgm:pt>
    <dgm:pt modelId="{211E5EDD-FDB3-41FE-A8E6-2186042580F8}" type="pres">
      <dgm:prSet presAssocID="{78FFE11C-35E0-4BB6-8C9C-3C424715C22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14D2110-AF15-4707-8FF7-D3C468C52FC5}" type="pres">
      <dgm:prSet presAssocID="{78FFE11C-35E0-4BB6-8C9C-3C424715C220}" presName="spaceRect" presStyleCnt="0"/>
      <dgm:spPr/>
    </dgm:pt>
    <dgm:pt modelId="{8BBE4394-0FC0-4AD7-86DB-211388517D34}" type="pres">
      <dgm:prSet presAssocID="{78FFE11C-35E0-4BB6-8C9C-3C424715C220}" presName="textRect" presStyleLbl="revTx" presStyleIdx="0" presStyleCnt="2">
        <dgm:presLayoutVars>
          <dgm:chMax val="1"/>
          <dgm:chPref val="1"/>
        </dgm:presLayoutVars>
      </dgm:prSet>
      <dgm:spPr/>
    </dgm:pt>
    <dgm:pt modelId="{B6FDBC8C-2ADB-40C9-A57E-97F5BCCB1265}" type="pres">
      <dgm:prSet presAssocID="{F0EB63BB-B983-414C-89C8-7B68A714A93D}" presName="sibTrans" presStyleCnt="0"/>
      <dgm:spPr/>
    </dgm:pt>
    <dgm:pt modelId="{D826354C-588D-4BB3-99F5-92CAC3004DDE}" type="pres">
      <dgm:prSet presAssocID="{CA7B8745-3C94-4C27-9F53-C097931BA332}" presName="compNode" presStyleCnt="0"/>
      <dgm:spPr/>
    </dgm:pt>
    <dgm:pt modelId="{53B393DB-A536-43AA-950E-BC9031220769}" type="pres">
      <dgm:prSet presAssocID="{CA7B8745-3C94-4C27-9F53-C097931BA33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6D8D3606-C78B-4196-8F7E-7764BDE10FDB}" type="pres">
      <dgm:prSet presAssocID="{CA7B8745-3C94-4C27-9F53-C097931BA332}" presName="spaceRect" presStyleCnt="0"/>
      <dgm:spPr/>
    </dgm:pt>
    <dgm:pt modelId="{A6E46CDD-89DB-425C-82F2-5688D8EDD405}" type="pres">
      <dgm:prSet presAssocID="{CA7B8745-3C94-4C27-9F53-C097931BA33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B6EF001-D4F0-4101-9094-E7FC6DC15E40}" type="presOf" srcId="{06C3B9D4-2797-47D6-9C64-77FFCACB5096}" destId="{85092C75-29EC-4CC3-BFA5-45C4AB3ADF3D}" srcOrd="0" destOrd="0" presId="urn:microsoft.com/office/officeart/2018/2/layout/IconLabelList"/>
    <dgm:cxn modelId="{A4CCC631-C626-46F8-982C-C204CEF8196A}" srcId="{06C3B9D4-2797-47D6-9C64-77FFCACB5096}" destId="{78FFE11C-35E0-4BB6-8C9C-3C424715C220}" srcOrd="0" destOrd="0" parTransId="{3741829D-54F0-4EA5-8960-5D20DF06D339}" sibTransId="{F0EB63BB-B983-414C-89C8-7B68A714A93D}"/>
    <dgm:cxn modelId="{2A68E87A-F144-42A0-A185-34B24EB14481}" type="presOf" srcId="{CA7B8745-3C94-4C27-9F53-C097931BA332}" destId="{A6E46CDD-89DB-425C-82F2-5688D8EDD405}" srcOrd="0" destOrd="0" presId="urn:microsoft.com/office/officeart/2018/2/layout/IconLabelList"/>
    <dgm:cxn modelId="{0389648D-66E4-4418-8937-9DAD62202474}" srcId="{06C3B9D4-2797-47D6-9C64-77FFCACB5096}" destId="{CA7B8745-3C94-4C27-9F53-C097931BA332}" srcOrd="1" destOrd="0" parTransId="{391ADC94-CF93-47B8-B4D3-8D10CEBA3A8D}" sibTransId="{98F57789-5F80-40AE-80E0-103BED0DB841}"/>
    <dgm:cxn modelId="{1539ECC3-CC26-4847-A1D0-D6A382C16AFD}" type="presOf" srcId="{78FFE11C-35E0-4BB6-8C9C-3C424715C220}" destId="{8BBE4394-0FC0-4AD7-86DB-211388517D34}" srcOrd="0" destOrd="0" presId="urn:microsoft.com/office/officeart/2018/2/layout/IconLabelList"/>
    <dgm:cxn modelId="{AA47ADD0-04DE-402F-ABC1-E98283244748}" type="presParOf" srcId="{85092C75-29EC-4CC3-BFA5-45C4AB3ADF3D}" destId="{0ACE40D9-D176-4ECF-BF59-950F209931EE}" srcOrd="0" destOrd="0" presId="urn:microsoft.com/office/officeart/2018/2/layout/IconLabelList"/>
    <dgm:cxn modelId="{72EB7EF6-FBD8-4D2E-A2C0-4DCAC208DFA5}" type="presParOf" srcId="{0ACE40D9-D176-4ECF-BF59-950F209931EE}" destId="{211E5EDD-FDB3-41FE-A8E6-2186042580F8}" srcOrd="0" destOrd="0" presId="urn:microsoft.com/office/officeart/2018/2/layout/IconLabelList"/>
    <dgm:cxn modelId="{097CFB76-3E63-4BA8-B9AE-EFBD71642B4E}" type="presParOf" srcId="{0ACE40D9-D176-4ECF-BF59-950F209931EE}" destId="{E14D2110-AF15-4707-8FF7-D3C468C52FC5}" srcOrd="1" destOrd="0" presId="urn:microsoft.com/office/officeart/2018/2/layout/IconLabelList"/>
    <dgm:cxn modelId="{3CC0E797-88EE-43AE-9351-25A514A263D1}" type="presParOf" srcId="{0ACE40D9-D176-4ECF-BF59-950F209931EE}" destId="{8BBE4394-0FC0-4AD7-86DB-211388517D34}" srcOrd="2" destOrd="0" presId="urn:microsoft.com/office/officeart/2018/2/layout/IconLabelList"/>
    <dgm:cxn modelId="{D5549A61-6A4F-44DD-B222-873C9D43F818}" type="presParOf" srcId="{85092C75-29EC-4CC3-BFA5-45C4AB3ADF3D}" destId="{B6FDBC8C-2ADB-40C9-A57E-97F5BCCB1265}" srcOrd="1" destOrd="0" presId="urn:microsoft.com/office/officeart/2018/2/layout/IconLabelList"/>
    <dgm:cxn modelId="{14D74320-4F38-4295-8F74-F94B07B58C19}" type="presParOf" srcId="{85092C75-29EC-4CC3-BFA5-45C4AB3ADF3D}" destId="{D826354C-588D-4BB3-99F5-92CAC3004DDE}" srcOrd="2" destOrd="0" presId="urn:microsoft.com/office/officeart/2018/2/layout/IconLabelList"/>
    <dgm:cxn modelId="{08BD41B8-22D0-4DB3-ADC2-88DE8C5C2032}" type="presParOf" srcId="{D826354C-588D-4BB3-99F5-92CAC3004DDE}" destId="{53B393DB-A536-43AA-950E-BC9031220769}" srcOrd="0" destOrd="0" presId="urn:microsoft.com/office/officeart/2018/2/layout/IconLabelList"/>
    <dgm:cxn modelId="{4B35CAD7-C5B9-40E6-A2A4-F924520C6B90}" type="presParOf" srcId="{D826354C-588D-4BB3-99F5-92CAC3004DDE}" destId="{6D8D3606-C78B-4196-8F7E-7764BDE10FDB}" srcOrd="1" destOrd="0" presId="urn:microsoft.com/office/officeart/2018/2/layout/IconLabelList"/>
    <dgm:cxn modelId="{93D82FFE-5F9D-4796-A06D-57D43B3B6931}" type="presParOf" srcId="{D826354C-588D-4BB3-99F5-92CAC3004DDE}" destId="{A6E46CDD-89DB-425C-82F2-5688D8EDD40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E3910-C22C-4F32-A4B3-8A3870784DFC}">
      <dsp:nvSpPr>
        <dsp:cNvPr id="0" name=""/>
        <dsp:cNvSpPr/>
      </dsp:nvSpPr>
      <dsp:spPr>
        <a:xfrm>
          <a:off x="0" y="1417"/>
          <a:ext cx="8825659" cy="7186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CC5EE-44EC-4C59-874F-BB31B54BA955}">
      <dsp:nvSpPr>
        <dsp:cNvPr id="0" name=""/>
        <dsp:cNvSpPr/>
      </dsp:nvSpPr>
      <dsp:spPr>
        <a:xfrm>
          <a:off x="217383" y="163108"/>
          <a:ext cx="395243" cy="3952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B8DB5-ACFD-473E-B066-84C16FF0E3B5}">
      <dsp:nvSpPr>
        <dsp:cNvPr id="0" name=""/>
        <dsp:cNvSpPr/>
      </dsp:nvSpPr>
      <dsp:spPr>
        <a:xfrm>
          <a:off x="830010" y="1417"/>
          <a:ext cx="7995648" cy="718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4" tIns="76054" rIns="76054" bIns="760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Launch initial billboard campaigns in cities showing traction</a:t>
          </a:r>
          <a:endParaRPr lang="en-US" sz="1800" kern="1200" dirty="0"/>
        </a:p>
      </dsp:txBody>
      <dsp:txXfrm>
        <a:off x="830010" y="1417"/>
        <a:ext cx="7995648" cy="718624"/>
      </dsp:txXfrm>
    </dsp:sp>
    <dsp:sp modelId="{EBC6A0C2-D578-4EA4-8FF8-DAD019B7C6E7}">
      <dsp:nvSpPr>
        <dsp:cNvPr id="0" name=""/>
        <dsp:cNvSpPr/>
      </dsp:nvSpPr>
      <dsp:spPr>
        <a:xfrm>
          <a:off x="0" y="899697"/>
          <a:ext cx="8825659" cy="7186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248CF-B316-4DE6-8F43-802B685D9007}">
      <dsp:nvSpPr>
        <dsp:cNvPr id="0" name=""/>
        <dsp:cNvSpPr/>
      </dsp:nvSpPr>
      <dsp:spPr>
        <a:xfrm>
          <a:off x="217383" y="1061388"/>
          <a:ext cx="395243" cy="3952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73F64-2A51-4B50-8C40-FA17D192CFD3}">
      <dsp:nvSpPr>
        <dsp:cNvPr id="0" name=""/>
        <dsp:cNvSpPr/>
      </dsp:nvSpPr>
      <dsp:spPr>
        <a:xfrm>
          <a:off x="830010" y="899697"/>
          <a:ext cx="7995648" cy="718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4" tIns="76054" rIns="76054" bIns="760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Gradual expansion of </a:t>
          </a:r>
          <a:r>
            <a:rPr lang="en-US" sz="1800" b="1" i="0" kern="1200"/>
            <a:t>in-person monthly runs</a:t>
          </a:r>
          <a:r>
            <a:rPr lang="en-US" sz="1800" b="0" i="0" kern="1200"/>
            <a:t> led by local captains</a:t>
          </a:r>
          <a:endParaRPr lang="en-US" sz="1800" kern="1200"/>
        </a:p>
      </dsp:txBody>
      <dsp:txXfrm>
        <a:off x="830010" y="899697"/>
        <a:ext cx="7995648" cy="718624"/>
      </dsp:txXfrm>
    </dsp:sp>
    <dsp:sp modelId="{96C2A20B-B9BB-467E-8E5E-081E9B65D105}">
      <dsp:nvSpPr>
        <dsp:cNvPr id="0" name=""/>
        <dsp:cNvSpPr/>
      </dsp:nvSpPr>
      <dsp:spPr>
        <a:xfrm>
          <a:off x="0" y="1797978"/>
          <a:ext cx="8825659" cy="7186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81AB3-2F19-409E-8045-95C636E8DB42}">
      <dsp:nvSpPr>
        <dsp:cNvPr id="0" name=""/>
        <dsp:cNvSpPr/>
      </dsp:nvSpPr>
      <dsp:spPr>
        <a:xfrm>
          <a:off x="217383" y="1959668"/>
          <a:ext cx="395243" cy="3952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353DED-C9BF-488A-82D1-FE55D2F80304}">
      <dsp:nvSpPr>
        <dsp:cNvPr id="0" name=""/>
        <dsp:cNvSpPr/>
      </dsp:nvSpPr>
      <dsp:spPr>
        <a:xfrm>
          <a:off x="830010" y="1797978"/>
          <a:ext cx="7995648" cy="718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4" tIns="76054" rIns="76054" bIns="760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Begin seeking brand sponsorships after reaching </a:t>
          </a:r>
          <a:r>
            <a:rPr lang="en-US" sz="1800" b="1" i="0" kern="1200"/>
            <a:t>10,000 members</a:t>
          </a:r>
          <a:endParaRPr lang="en-US" sz="1800" kern="1200"/>
        </a:p>
      </dsp:txBody>
      <dsp:txXfrm>
        <a:off x="830010" y="1797978"/>
        <a:ext cx="7995648" cy="718624"/>
      </dsp:txXfrm>
    </dsp:sp>
    <dsp:sp modelId="{BA5A4CDE-C7E2-4B6B-94A9-7CDE8A5A4A11}">
      <dsp:nvSpPr>
        <dsp:cNvPr id="0" name=""/>
        <dsp:cNvSpPr/>
      </dsp:nvSpPr>
      <dsp:spPr>
        <a:xfrm>
          <a:off x="0" y="2696258"/>
          <a:ext cx="8825659" cy="7186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7A04D-8719-4321-B451-66C41B8E9517}">
      <dsp:nvSpPr>
        <dsp:cNvPr id="0" name=""/>
        <dsp:cNvSpPr/>
      </dsp:nvSpPr>
      <dsp:spPr>
        <a:xfrm>
          <a:off x="217383" y="2857948"/>
          <a:ext cx="395243" cy="3952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333FB-0249-4686-A8B2-F4ADACE14848}">
      <dsp:nvSpPr>
        <dsp:cNvPr id="0" name=""/>
        <dsp:cNvSpPr/>
      </dsp:nvSpPr>
      <dsp:spPr>
        <a:xfrm>
          <a:off x="830010" y="2696258"/>
          <a:ext cx="7995648" cy="718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4" tIns="76054" rIns="76054" bIns="760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Assign a </a:t>
          </a:r>
          <a:r>
            <a:rPr lang="en-US" sz="1800" b="1" i="0" kern="1200"/>
            <a:t>dedicated partnership/sponsorship team</a:t>
          </a:r>
          <a:r>
            <a:rPr lang="en-US" sz="1800" b="0" i="0" kern="1200"/>
            <a:t> at </a:t>
          </a:r>
          <a:r>
            <a:rPr lang="en-US" sz="1800" b="1" i="0" kern="1200"/>
            <a:t>1 million+ members</a:t>
          </a:r>
          <a:endParaRPr lang="en-US" sz="1800" kern="1200"/>
        </a:p>
      </dsp:txBody>
      <dsp:txXfrm>
        <a:off x="830010" y="2696258"/>
        <a:ext cx="7995648" cy="7186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D14FB-BF3D-44C9-B791-5B32889C1BD3}">
      <dsp:nvSpPr>
        <dsp:cNvPr id="0" name=""/>
        <dsp:cNvSpPr/>
      </dsp:nvSpPr>
      <dsp:spPr>
        <a:xfrm>
          <a:off x="193985" y="619647"/>
          <a:ext cx="800766" cy="8007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0F03A-F798-4D70-BB27-531651B064E9}">
      <dsp:nvSpPr>
        <dsp:cNvPr id="0" name=""/>
        <dsp:cNvSpPr/>
      </dsp:nvSpPr>
      <dsp:spPr>
        <a:xfrm>
          <a:off x="362146" y="787808"/>
          <a:ext cx="464444" cy="4644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5E805-936B-4E1E-9625-0943A2337B14}">
      <dsp:nvSpPr>
        <dsp:cNvPr id="0" name=""/>
        <dsp:cNvSpPr/>
      </dsp:nvSpPr>
      <dsp:spPr>
        <a:xfrm>
          <a:off x="1166344" y="619647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Virtual races &amp; leaderboards</a:t>
          </a:r>
          <a:endParaRPr lang="en-US" sz="1600" kern="1200"/>
        </a:p>
      </dsp:txBody>
      <dsp:txXfrm>
        <a:off x="1166344" y="619647"/>
        <a:ext cx="1887520" cy="800766"/>
      </dsp:txXfrm>
    </dsp:sp>
    <dsp:sp modelId="{D84BC21E-7C95-4A5E-B659-2741DB482BDB}">
      <dsp:nvSpPr>
        <dsp:cNvPr id="0" name=""/>
        <dsp:cNvSpPr/>
      </dsp:nvSpPr>
      <dsp:spPr>
        <a:xfrm>
          <a:off x="3382751" y="619647"/>
          <a:ext cx="800766" cy="80076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9EFF12-FAC1-43D0-AF8A-0D40435AEE3A}">
      <dsp:nvSpPr>
        <dsp:cNvPr id="0" name=""/>
        <dsp:cNvSpPr/>
      </dsp:nvSpPr>
      <dsp:spPr>
        <a:xfrm>
          <a:off x="3550912" y="787808"/>
          <a:ext cx="464444" cy="4644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7596F-5625-4FF3-84F0-DE78FF17FF8E}">
      <dsp:nvSpPr>
        <dsp:cNvPr id="0" name=""/>
        <dsp:cNvSpPr/>
      </dsp:nvSpPr>
      <dsp:spPr>
        <a:xfrm>
          <a:off x="4355110" y="619647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Captain badge system &amp; member tiers</a:t>
          </a:r>
          <a:endParaRPr lang="en-US" sz="1600" kern="1200"/>
        </a:p>
      </dsp:txBody>
      <dsp:txXfrm>
        <a:off x="4355110" y="619647"/>
        <a:ext cx="1887520" cy="800766"/>
      </dsp:txXfrm>
    </dsp:sp>
    <dsp:sp modelId="{451D67C1-FA7E-4916-832E-871C39591F85}">
      <dsp:nvSpPr>
        <dsp:cNvPr id="0" name=""/>
        <dsp:cNvSpPr/>
      </dsp:nvSpPr>
      <dsp:spPr>
        <a:xfrm>
          <a:off x="6571517" y="619647"/>
          <a:ext cx="800766" cy="80076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7F67CF-6DBD-40E7-8699-3D4510134F2E}">
      <dsp:nvSpPr>
        <dsp:cNvPr id="0" name=""/>
        <dsp:cNvSpPr/>
      </dsp:nvSpPr>
      <dsp:spPr>
        <a:xfrm>
          <a:off x="6739678" y="787808"/>
          <a:ext cx="464444" cy="4644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3E8A7-0D10-4457-8EA8-FC7815E158C8}">
      <dsp:nvSpPr>
        <dsp:cNvPr id="0" name=""/>
        <dsp:cNvSpPr/>
      </dsp:nvSpPr>
      <dsp:spPr>
        <a:xfrm>
          <a:off x="7543876" y="619647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Forum/community calls</a:t>
          </a:r>
          <a:endParaRPr lang="en-US" sz="1600" kern="1200"/>
        </a:p>
      </dsp:txBody>
      <dsp:txXfrm>
        <a:off x="7543876" y="619647"/>
        <a:ext cx="1887520" cy="800766"/>
      </dsp:txXfrm>
    </dsp:sp>
    <dsp:sp modelId="{20582299-B56A-4883-A2DF-AC21C5A8F985}">
      <dsp:nvSpPr>
        <dsp:cNvPr id="0" name=""/>
        <dsp:cNvSpPr/>
      </dsp:nvSpPr>
      <dsp:spPr>
        <a:xfrm>
          <a:off x="193985" y="2002269"/>
          <a:ext cx="800766" cy="80076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9BFC3-CC71-4EB8-A167-23A1262D85F6}">
      <dsp:nvSpPr>
        <dsp:cNvPr id="0" name=""/>
        <dsp:cNvSpPr/>
      </dsp:nvSpPr>
      <dsp:spPr>
        <a:xfrm>
          <a:off x="362146" y="2170430"/>
          <a:ext cx="464444" cy="4644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C6930-5694-4870-8F51-D24F3BC05C1D}">
      <dsp:nvSpPr>
        <dsp:cNvPr id="0" name=""/>
        <dsp:cNvSpPr/>
      </dsp:nvSpPr>
      <dsp:spPr>
        <a:xfrm>
          <a:off x="1166344" y="2002269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In-app tracking tools (Strava-like)</a:t>
          </a:r>
          <a:endParaRPr lang="en-US" sz="1600" kern="1200"/>
        </a:p>
      </dsp:txBody>
      <dsp:txXfrm>
        <a:off x="1166344" y="2002269"/>
        <a:ext cx="1887520" cy="800766"/>
      </dsp:txXfrm>
    </dsp:sp>
    <dsp:sp modelId="{3E49344E-4E85-492A-829E-33D58F7FA634}">
      <dsp:nvSpPr>
        <dsp:cNvPr id="0" name=""/>
        <dsp:cNvSpPr/>
      </dsp:nvSpPr>
      <dsp:spPr>
        <a:xfrm>
          <a:off x="3382751" y="2002269"/>
          <a:ext cx="800766" cy="80076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01805F-60B0-4D8C-8E7E-4298C7BDE4E3}">
      <dsp:nvSpPr>
        <dsp:cNvPr id="0" name=""/>
        <dsp:cNvSpPr/>
      </dsp:nvSpPr>
      <dsp:spPr>
        <a:xfrm>
          <a:off x="3550912" y="2170430"/>
          <a:ext cx="464444" cy="4644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C47ED-8D21-460F-952F-3852C02D9CE8}">
      <dsp:nvSpPr>
        <dsp:cNvPr id="0" name=""/>
        <dsp:cNvSpPr/>
      </dsp:nvSpPr>
      <dsp:spPr>
        <a:xfrm>
          <a:off x="4355110" y="2002269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Badges, apparel rewards, and café perks</a:t>
          </a:r>
          <a:endParaRPr lang="en-US" sz="1600" kern="1200"/>
        </a:p>
      </dsp:txBody>
      <dsp:txXfrm>
        <a:off x="4355110" y="2002269"/>
        <a:ext cx="1887520" cy="800766"/>
      </dsp:txXfrm>
    </dsp:sp>
    <dsp:sp modelId="{EF095B0B-04A7-4A9A-BD74-A3A3F1DE2486}">
      <dsp:nvSpPr>
        <dsp:cNvPr id="0" name=""/>
        <dsp:cNvSpPr/>
      </dsp:nvSpPr>
      <dsp:spPr>
        <a:xfrm>
          <a:off x="6571517" y="2002269"/>
          <a:ext cx="800766" cy="8007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3BCFF-53E5-427D-B4DD-167CD8ECA226}">
      <dsp:nvSpPr>
        <dsp:cNvPr id="0" name=""/>
        <dsp:cNvSpPr/>
      </dsp:nvSpPr>
      <dsp:spPr>
        <a:xfrm>
          <a:off x="6739678" y="2170430"/>
          <a:ext cx="464444" cy="4644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D7751-E8E2-47F3-8B31-AA947085BEAF}">
      <dsp:nvSpPr>
        <dsp:cNvPr id="0" name=""/>
        <dsp:cNvSpPr/>
      </dsp:nvSpPr>
      <dsp:spPr>
        <a:xfrm>
          <a:off x="7543876" y="2002269"/>
          <a:ext cx="1887520" cy="800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Social sharing tools for maps/photos (no videos)</a:t>
          </a:r>
          <a:endParaRPr lang="en-US" sz="1600" kern="1200"/>
        </a:p>
      </dsp:txBody>
      <dsp:txXfrm>
        <a:off x="7543876" y="2002269"/>
        <a:ext cx="1887520" cy="8007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F534F-174C-4A4B-B412-A1836BE10D3E}">
      <dsp:nvSpPr>
        <dsp:cNvPr id="0" name=""/>
        <dsp:cNvSpPr/>
      </dsp:nvSpPr>
      <dsp:spPr>
        <a:xfrm>
          <a:off x="0" y="2293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C7BD11-BEA6-5F43-9B4A-CF94E5AB914B}">
      <dsp:nvSpPr>
        <dsp:cNvPr id="0" name=""/>
        <dsp:cNvSpPr/>
      </dsp:nvSpPr>
      <dsp:spPr>
        <a:xfrm>
          <a:off x="0" y="2293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🌍 Truly Global. Deeply Local.</a:t>
          </a:r>
          <a:endParaRPr lang="en-US" sz="1800" kern="1200" dirty="0"/>
        </a:p>
      </dsp:txBody>
      <dsp:txXfrm>
        <a:off x="0" y="2293"/>
        <a:ext cx="10665580" cy="346347"/>
      </dsp:txXfrm>
    </dsp:sp>
    <dsp:sp modelId="{D55525F6-40B9-B546-B975-ED8FA641F7A2}">
      <dsp:nvSpPr>
        <dsp:cNvPr id="0" name=""/>
        <dsp:cNvSpPr/>
      </dsp:nvSpPr>
      <dsp:spPr>
        <a:xfrm>
          <a:off x="0" y="348641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1411837"/>
                <a:satOff val="64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411837"/>
                <a:satOff val="64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411837"/>
              <a:satOff val="64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CF4D0E-9977-6C4B-A574-DBD037936DCA}">
      <dsp:nvSpPr>
        <dsp:cNvPr id="0" name=""/>
        <dsp:cNvSpPr/>
      </dsp:nvSpPr>
      <dsp:spPr>
        <a:xfrm>
          <a:off x="0" y="348641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Most fitness communities are either city-based or app-only.</a:t>
          </a:r>
          <a:endParaRPr lang="en-US" sz="1600" kern="1200" dirty="0"/>
        </a:p>
      </dsp:txBody>
      <dsp:txXfrm>
        <a:off x="0" y="348641"/>
        <a:ext cx="10665580" cy="346347"/>
      </dsp:txXfrm>
    </dsp:sp>
    <dsp:sp modelId="{0481AEF9-EBA3-9D41-B605-F5FF782BD6C7}">
      <dsp:nvSpPr>
        <dsp:cNvPr id="0" name=""/>
        <dsp:cNvSpPr/>
      </dsp:nvSpPr>
      <dsp:spPr>
        <a:xfrm>
          <a:off x="0" y="694988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2823674"/>
                <a:satOff val="129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2823674"/>
                <a:satOff val="129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823674"/>
              <a:satOff val="129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97A366-DD6E-8A48-BA71-036ECF712268}">
      <dsp:nvSpPr>
        <dsp:cNvPr id="0" name=""/>
        <dsp:cNvSpPr/>
      </dsp:nvSpPr>
      <dsp:spPr>
        <a:xfrm>
          <a:off x="0" y="694988"/>
          <a:ext cx="10655164" cy="357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We offer </a:t>
          </a:r>
          <a:r>
            <a:rPr lang="en-US" sz="1600" b="1" i="0" kern="1200" dirty="0">
              <a:solidFill>
                <a:schemeClr val="bg1"/>
              </a:solidFill>
              <a:highlight>
                <a:srgbClr val="FFFF00"/>
              </a:highlight>
            </a:rPr>
            <a:t>global access</a:t>
          </a:r>
          <a:r>
            <a:rPr lang="en-US" sz="1600" b="0" i="0" kern="1200" dirty="0">
              <a:solidFill>
                <a:schemeClr val="bg1"/>
              </a:solidFill>
            </a:rPr>
            <a:t> </a:t>
          </a:r>
          <a:r>
            <a:rPr lang="en-US" sz="1600" b="0" i="0" kern="1200" dirty="0"/>
            <a:t>with </a:t>
          </a:r>
          <a:r>
            <a:rPr lang="en-US" sz="1600" b="1" i="0" kern="1200" dirty="0">
              <a:solidFill>
                <a:schemeClr val="bg1"/>
              </a:solidFill>
              <a:highlight>
                <a:srgbClr val="FFFF00"/>
              </a:highlight>
            </a:rPr>
            <a:t>localized in-person runs and</a:t>
          </a:r>
          <a:r>
            <a:rPr lang="en-US" sz="1600" b="0" i="0" kern="1200" dirty="0"/>
            <a:t> real team structure.</a:t>
          </a:r>
        </a:p>
      </dsp:txBody>
      <dsp:txXfrm>
        <a:off x="0" y="694988"/>
        <a:ext cx="10655164" cy="357167"/>
      </dsp:txXfrm>
    </dsp:sp>
    <dsp:sp modelId="{F96A016C-86BE-E446-A5A5-0BEEE7368B51}">
      <dsp:nvSpPr>
        <dsp:cNvPr id="0" name=""/>
        <dsp:cNvSpPr/>
      </dsp:nvSpPr>
      <dsp:spPr>
        <a:xfrm>
          <a:off x="0" y="1052156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4235511"/>
                <a:satOff val="193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4235511"/>
                <a:satOff val="193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235511"/>
              <a:satOff val="193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9E3439-2B3E-CB49-BEAB-EB55F2849EED}">
      <dsp:nvSpPr>
        <dsp:cNvPr id="0" name=""/>
        <dsp:cNvSpPr/>
      </dsp:nvSpPr>
      <dsp:spPr>
        <a:xfrm>
          <a:off x="0" y="1052156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Exclusive race discounts for members. </a:t>
          </a:r>
        </a:p>
      </dsp:txBody>
      <dsp:txXfrm>
        <a:off x="0" y="1052156"/>
        <a:ext cx="10665580" cy="346347"/>
      </dsp:txXfrm>
    </dsp:sp>
    <dsp:sp modelId="{E0EBA54E-565F-994C-9921-7B8BD45333A8}">
      <dsp:nvSpPr>
        <dsp:cNvPr id="0" name=""/>
        <dsp:cNvSpPr/>
      </dsp:nvSpPr>
      <dsp:spPr>
        <a:xfrm>
          <a:off x="0" y="1398503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5647349"/>
                <a:satOff val="257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5647349"/>
                <a:satOff val="257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5647349"/>
              <a:satOff val="257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B8A952-A9FC-7940-8568-5088DC2D9FFE}">
      <dsp:nvSpPr>
        <dsp:cNvPr id="0" name=""/>
        <dsp:cNvSpPr/>
      </dsp:nvSpPr>
      <dsp:spPr>
        <a:xfrm>
          <a:off x="0" y="1398503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⚡ Dual-Tier Membership Model</a:t>
          </a:r>
          <a:endParaRPr lang="en-US" sz="1800" kern="1200" dirty="0"/>
        </a:p>
      </dsp:txBody>
      <dsp:txXfrm>
        <a:off x="0" y="1398503"/>
        <a:ext cx="10665580" cy="346347"/>
      </dsp:txXfrm>
    </dsp:sp>
    <dsp:sp modelId="{B937F9DA-DA9A-FE44-9D9B-211A8B3FF5AD}">
      <dsp:nvSpPr>
        <dsp:cNvPr id="0" name=""/>
        <dsp:cNvSpPr/>
      </dsp:nvSpPr>
      <dsp:spPr>
        <a:xfrm>
          <a:off x="0" y="1744851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7059186"/>
                <a:satOff val="322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7059186"/>
                <a:satOff val="322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7059186"/>
              <a:satOff val="322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DFB3BC-ABA2-484A-9082-1C732230F1E5}">
      <dsp:nvSpPr>
        <dsp:cNvPr id="0" name=""/>
        <dsp:cNvSpPr/>
      </dsp:nvSpPr>
      <dsp:spPr>
        <a:xfrm>
          <a:off x="0" y="1744851"/>
          <a:ext cx="10655164" cy="52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</a:t>
          </a:r>
          <a:r>
            <a:rPr lang="en-US" sz="1600" b="1" i="0" kern="1200" dirty="0">
              <a:solidFill>
                <a:schemeClr val="bg1"/>
              </a:solidFill>
              <a:highlight>
                <a:srgbClr val="FFFF00"/>
              </a:highlight>
            </a:rPr>
            <a:t>Standard</a:t>
          </a:r>
          <a:r>
            <a:rPr lang="en-US" sz="1600" b="0" i="0" kern="1200" dirty="0"/>
            <a:t> and </a:t>
          </a:r>
          <a:r>
            <a:rPr lang="en-US" sz="1600" b="1" i="0" kern="1200" dirty="0">
              <a:solidFill>
                <a:schemeClr val="bg1"/>
              </a:solidFill>
              <a:highlight>
                <a:srgbClr val="FFFF00"/>
              </a:highlight>
            </a:rPr>
            <a:t>Elite</a:t>
          </a:r>
          <a:r>
            <a:rPr lang="en-US" sz="1600" b="0" i="0" kern="1200" dirty="0"/>
            <a:t> tiers allow for inclusivity </a:t>
          </a:r>
          <a:r>
            <a:rPr lang="en-US" sz="1600" b="0" i="1" kern="1200" dirty="0"/>
            <a:t>and</a:t>
          </a:r>
          <a:r>
            <a:rPr lang="en-US" sz="1600" b="0" i="0" kern="1200" dirty="0"/>
            <a:t> exclusivity — catering to both casual runners and 	serious 	competitors.</a:t>
          </a:r>
          <a:endParaRPr lang="en-US" sz="1600" kern="1200" dirty="0"/>
        </a:p>
      </dsp:txBody>
      <dsp:txXfrm>
        <a:off x="0" y="1744851"/>
        <a:ext cx="10655164" cy="529336"/>
      </dsp:txXfrm>
    </dsp:sp>
    <dsp:sp modelId="{10F4D6FC-4E78-D44A-A5C5-E17B54E28290}">
      <dsp:nvSpPr>
        <dsp:cNvPr id="0" name=""/>
        <dsp:cNvSpPr/>
      </dsp:nvSpPr>
      <dsp:spPr>
        <a:xfrm>
          <a:off x="0" y="2274187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8471023"/>
                <a:satOff val="386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8471023"/>
                <a:satOff val="386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8471023"/>
              <a:satOff val="386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0BF3CA-072D-D149-8E2C-E08D27408AF7}">
      <dsp:nvSpPr>
        <dsp:cNvPr id="0" name=""/>
        <dsp:cNvSpPr/>
      </dsp:nvSpPr>
      <dsp:spPr>
        <a:xfrm>
          <a:off x="0" y="2274187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🧠 Human + Tech Support</a:t>
          </a:r>
          <a:endParaRPr lang="en-US" sz="1800" kern="1200" dirty="0"/>
        </a:p>
      </dsp:txBody>
      <dsp:txXfrm>
        <a:off x="0" y="2274187"/>
        <a:ext cx="10665580" cy="346347"/>
      </dsp:txXfrm>
    </dsp:sp>
    <dsp:sp modelId="{F0DFD01B-20A5-414E-9F52-89D8C2B1DA63}">
      <dsp:nvSpPr>
        <dsp:cNvPr id="0" name=""/>
        <dsp:cNvSpPr/>
      </dsp:nvSpPr>
      <dsp:spPr>
        <a:xfrm>
          <a:off x="0" y="2620535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9882860"/>
                <a:satOff val="45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9882860"/>
                <a:satOff val="45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5B71C61-1670-9E4E-83EA-F880BF29D225}">
      <dsp:nvSpPr>
        <dsp:cNvPr id="0" name=""/>
        <dsp:cNvSpPr/>
      </dsp:nvSpPr>
      <dsp:spPr>
        <a:xfrm>
          <a:off x="0" y="2620535"/>
          <a:ext cx="10655164" cy="475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Personalized guidance from </a:t>
          </a:r>
          <a:r>
            <a:rPr lang="en-US" sz="1600" b="1" i="0" kern="1200" dirty="0">
              <a:solidFill>
                <a:schemeClr val="bg1"/>
              </a:solidFill>
              <a:highlight>
                <a:srgbClr val="FFFF00"/>
              </a:highlight>
            </a:rPr>
            <a:t>Experienced Team Captains</a:t>
          </a:r>
          <a:r>
            <a:rPr lang="en-US" sz="1600" b="0" i="0" kern="1200" dirty="0"/>
            <a:t>, paired with smart app tools that track 	pace, challenges, and performance.</a:t>
          </a:r>
          <a:endParaRPr lang="en-US" sz="1600" kern="1200" dirty="0"/>
        </a:p>
      </dsp:txBody>
      <dsp:txXfrm>
        <a:off x="0" y="2620535"/>
        <a:ext cx="10655164" cy="475978"/>
      </dsp:txXfrm>
    </dsp:sp>
    <dsp:sp modelId="{0A8F1D05-3A23-8949-838B-27C0B938AD0F}">
      <dsp:nvSpPr>
        <dsp:cNvPr id="0" name=""/>
        <dsp:cNvSpPr/>
      </dsp:nvSpPr>
      <dsp:spPr>
        <a:xfrm>
          <a:off x="0" y="3096513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11294698"/>
                <a:satOff val="515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1294698"/>
                <a:satOff val="515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1294698"/>
              <a:satOff val="515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BC49E1-294B-8544-90DF-E7B32E197941}">
      <dsp:nvSpPr>
        <dsp:cNvPr id="0" name=""/>
        <dsp:cNvSpPr/>
      </dsp:nvSpPr>
      <dsp:spPr>
        <a:xfrm>
          <a:off x="0" y="3096513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👟 Gamified, Goal-Oriented Experience</a:t>
          </a:r>
          <a:endParaRPr lang="en-US" sz="1800" kern="1200" dirty="0"/>
        </a:p>
      </dsp:txBody>
      <dsp:txXfrm>
        <a:off x="0" y="3096513"/>
        <a:ext cx="10665580" cy="346347"/>
      </dsp:txXfrm>
    </dsp:sp>
    <dsp:sp modelId="{5819B3A4-8587-8C4B-A98E-59F1DC64EF6F}">
      <dsp:nvSpPr>
        <dsp:cNvPr id="0" name=""/>
        <dsp:cNvSpPr/>
      </dsp:nvSpPr>
      <dsp:spPr>
        <a:xfrm>
          <a:off x="0" y="3442861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12706534"/>
                <a:satOff val="579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2706534"/>
                <a:satOff val="579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2706534"/>
              <a:satOff val="579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E895D1-BCCA-0C44-AA71-E4FFE3B18D20}">
      <dsp:nvSpPr>
        <dsp:cNvPr id="0" name=""/>
        <dsp:cNvSpPr/>
      </dsp:nvSpPr>
      <dsp:spPr>
        <a:xfrm>
          <a:off x="0" y="3442861"/>
          <a:ext cx="10655164" cy="48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Leaderboards, custom challenges, rewards, and recognition help drive retention and build a sense 	of purpose.</a:t>
          </a:r>
          <a:endParaRPr lang="en-US" sz="1600" kern="1200" dirty="0"/>
        </a:p>
      </dsp:txBody>
      <dsp:txXfrm>
        <a:off x="0" y="3442861"/>
        <a:ext cx="10655164" cy="486015"/>
      </dsp:txXfrm>
    </dsp:sp>
    <dsp:sp modelId="{9CBA474F-462A-FE40-A863-1AD289E31E77}">
      <dsp:nvSpPr>
        <dsp:cNvPr id="0" name=""/>
        <dsp:cNvSpPr/>
      </dsp:nvSpPr>
      <dsp:spPr>
        <a:xfrm>
          <a:off x="0" y="3928876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14118373"/>
                <a:satOff val="644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4118373"/>
                <a:satOff val="644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4118373"/>
              <a:satOff val="644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5A5E7E-AC58-B54A-B2EC-40FAC25F88F2}">
      <dsp:nvSpPr>
        <dsp:cNvPr id="0" name=""/>
        <dsp:cNvSpPr/>
      </dsp:nvSpPr>
      <dsp:spPr>
        <a:xfrm>
          <a:off x="0" y="3928876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🎖️ Real Rewards, Not Just Data</a:t>
          </a:r>
          <a:endParaRPr lang="en-US" sz="1800" kern="1200" dirty="0"/>
        </a:p>
      </dsp:txBody>
      <dsp:txXfrm>
        <a:off x="0" y="3928876"/>
        <a:ext cx="10665580" cy="346347"/>
      </dsp:txXfrm>
    </dsp:sp>
    <dsp:sp modelId="{7515070E-84B0-FD41-BDED-950859871264}">
      <dsp:nvSpPr>
        <dsp:cNvPr id="0" name=""/>
        <dsp:cNvSpPr/>
      </dsp:nvSpPr>
      <dsp:spPr>
        <a:xfrm>
          <a:off x="0" y="4275224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15530209"/>
                <a:satOff val="708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5530209"/>
                <a:satOff val="708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5530209"/>
              <a:satOff val="708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78F7B1-7098-1846-B9D4-D05784AA1E3A}">
      <dsp:nvSpPr>
        <dsp:cNvPr id="0" name=""/>
        <dsp:cNvSpPr/>
      </dsp:nvSpPr>
      <dsp:spPr>
        <a:xfrm>
          <a:off x="0" y="4275224"/>
          <a:ext cx="10655164" cy="509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From exclusive discounts to apparel for captains, to café perks and social shoutouts — members 	feel seen, valued, and part of something real.</a:t>
          </a:r>
          <a:endParaRPr lang="en-US" sz="1600" kern="1200" dirty="0"/>
        </a:p>
      </dsp:txBody>
      <dsp:txXfrm>
        <a:off x="0" y="4275224"/>
        <a:ext cx="10655164" cy="509473"/>
      </dsp:txXfrm>
    </dsp:sp>
    <dsp:sp modelId="{98E0189B-AE3C-3F44-89A9-ADFB70D39880}">
      <dsp:nvSpPr>
        <dsp:cNvPr id="0" name=""/>
        <dsp:cNvSpPr/>
      </dsp:nvSpPr>
      <dsp:spPr>
        <a:xfrm>
          <a:off x="0" y="4784697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16942046"/>
                <a:satOff val="772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6942046"/>
                <a:satOff val="772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6942046"/>
              <a:satOff val="772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8DAA16-4617-824B-9C8E-AE78D1A8D5FC}">
      <dsp:nvSpPr>
        <dsp:cNvPr id="0" name=""/>
        <dsp:cNvSpPr/>
      </dsp:nvSpPr>
      <dsp:spPr>
        <a:xfrm>
          <a:off x="0" y="4784697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🛠️ Built for Scale, Designed with Heart</a:t>
          </a:r>
          <a:endParaRPr lang="en-US" sz="1800" kern="1200" dirty="0"/>
        </a:p>
      </dsp:txBody>
      <dsp:txXfrm>
        <a:off x="0" y="4784697"/>
        <a:ext cx="10665580" cy="346347"/>
      </dsp:txXfrm>
    </dsp:sp>
    <dsp:sp modelId="{5DD38801-4CC1-AC46-BEAE-F830F427C6D0}">
      <dsp:nvSpPr>
        <dsp:cNvPr id="0" name=""/>
        <dsp:cNvSpPr/>
      </dsp:nvSpPr>
      <dsp:spPr>
        <a:xfrm>
          <a:off x="0" y="5131045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18353882"/>
                <a:satOff val="837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8353882"/>
                <a:satOff val="837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8353882"/>
              <a:satOff val="837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C6019C-1FDD-F94B-BE33-8ED7234E93D7}">
      <dsp:nvSpPr>
        <dsp:cNvPr id="0" name=""/>
        <dsp:cNvSpPr/>
      </dsp:nvSpPr>
      <dsp:spPr>
        <a:xfrm>
          <a:off x="0" y="5131045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Light overhead, community-first design, and scalable systems for global reach.</a:t>
          </a:r>
          <a:endParaRPr lang="en-US" sz="1600" kern="1200" dirty="0"/>
        </a:p>
      </dsp:txBody>
      <dsp:txXfrm>
        <a:off x="0" y="5131045"/>
        <a:ext cx="10665580" cy="346347"/>
      </dsp:txXfrm>
    </dsp:sp>
    <dsp:sp modelId="{85D0BA4A-6830-E549-844B-D8CCB556EA41}">
      <dsp:nvSpPr>
        <dsp:cNvPr id="0" name=""/>
        <dsp:cNvSpPr/>
      </dsp:nvSpPr>
      <dsp:spPr>
        <a:xfrm>
          <a:off x="0" y="5477392"/>
          <a:ext cx="10665580" cy="0"/>
        </a:xfrm>
        <a:prstGeom prst="line">
          <a:avLst/>
        </a:prstGeom>
        <a:gradFill rotWithShape="0">
          <a:gsLst>
            <a:gs pos="0">
              <a:schemeClr val="accent2">
                <a:hueOff val="-19765721"/>
                <a:satOff val="9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9765721"/>
                <a:satOff val="9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46CA98-1EB4-1642-A1A7-15CCBF4615E0}">
      <dsp:nvSpPr>
        <dsp:cNvPr id="0" name=""/>
        <dsp:cNvSpPr/>
      </dsp:nvSpPr>
      <dsp:spPr>
        <a:xfrm>
          <a:off x="0" y="5477392"/>
          <a:ext cx="10665580" cy="3463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Backed by a passionate team with a clear vision and mission.</a:t>
          </a:r>
          <a:endParaRPr lang="en-US" sz="1600" kern="1200" dirty="0"/>
        </a:p>
      </dsp:txBody>
      <dsp:txXfrm>
        <a:off x="0" y="5477392"/>
        <a:ext cx="10665580" cy="3463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15F35-512B-B14C-AC14-13635D84AE1A}">
      <dsp:nvSpPr>
        <dsp:cNvPr id="0" name=""/>
        <dsp:cNvSpPr/>
      </dsp:nvSpPr>
      <dsp:spPr>
        <a:xfrm>
          <a:off x="0" y="385316"/>
          <a:ext cx="6391275" cy="144209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/>
            <a:t>MVP Build:</a:t>
          </a:r>
          <a:r>
            <a:rPr lang="en-US" sz="2600" b="0" i="0" kern="1200"/>
            <a:t> 3–4 months</a:t>
          </a:r>
          <a:endParaRPr lang="en-US" sz="2600" kern="1200"/>
        </a:p>
      </dsp:txBody>
      <dsp:txXfrm>
        <a:off x="70397" y="455713"/>
        <a:ext cx="6250481" cy="1301304"/>
      </dsp:txXfrm>
    </dsp:sp>
    <dsp:sp modelId="{2D60AE43-53F7-3243-B736-FBC91861004E}">
      <dsp:nvSpPr>
        <dsp:cNvPr id="0" name=""/>
        <dsp:cNvSpPr/>
      </dsp:nvSpPr>
      <dsp:spPr>
        <a:xfrm>
          <a:off x="0" y="1902294"/>
          <a:ext cx="6391275" cy="1442098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/>
            <a:t>Full Platform:</a:t>
          </a:r>
          <a:r>
            <a:rPr lang="en-US" sz="2600" b="0" i="0" kern="1200"/>
            <a:t> 6–9 months</a:t>
          </a:r>
          <a:endParaRPr lang="en-US" sz="2600" kern="1200"/>
        </a:p>
      </dsp:txBody>
      <dsp:txXfrm>
        <a:off x="70397" y="1972691"/>
        <a:ext cx="6250481" cy="1301304"/>
      </dsp:txXfrm>
    </dsp:sp>
    <dsp:sp modelId="{06B20910-43C9-5C45-AEE4-0A799990E083}">
      <dsp:nvSpPr>
        <dsp:cNvPr id="0" name=""/>
        <dsp:cNvSpPr/>
      </dsp:nvSpPr>
      <dsp:spPr>
        <a:xfrm>
          <a:off x="0" y="3419272"/>
          <a:ext cx="6391275" cy="1442098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/>
            <a:t>Stack:</a:t>
          </a:r>
          <a:r>
            <a:rPr lang="en-US" sz="2600" b="0" i="0" kern="1200"/>
            <a:t> React Native, Node.js/Django, PostgreSQL, AWS/Google Cloud, Firebase, Zoom/Google Meet APIs</a:t>
          </a:r>
          <a:endParaRPr lang="en-US" sz="2600" kern="1200"/>
        </a:p>
      </dsp:txBody>
      <dsp:txXfrm>
        <a:off x="70397" y="3489669"/>
        <a:ext cx="6250481" cy="13013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548A2-C34F-734B-9DC4-0969E7DA238F}">
      <dsp:nvSpPr>
        <dsp:cNvPr id="0" name=""/>
        <dsp:cNvSpPr/>
      </dsp:nvSpPr>
      <dsp:spPr>
        <a:xfrm>
          <a:off x="1596483" y="1031"/>
          <a:ext cx="1796043" cy="4958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Planning &amp; Discovery (2–4 weeks)</a:t>
          </a:r>
          <a:endParaRPr lang="en-US" sz="1200" kern="1200"/>
        </a:p>
      </dsp:txBody>
      <dsp:txXfrm>
        <a:off x="1620691" y="25239"/>
        <a:ext cx="1747627" cy="447479"/>
      </dsp:txXfrm>
    </dsp:sp>
    <dsp:sp modelId="{770A2848-0B79-A145-9D3A-EECBDE095504}">
      <dsp:nvSpPr>
        <dsp:cNvPr id="0" name=""/>
        <dsp:cNvSpPr/>
      </dsp:nvSpPr>
      <dsp:spPr>
        <a:xfrm>
          <a:off x="1596483" y="521720"/>
          <a:ext cx="1796043" cy="4958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Design Phase (3–5 weeks)</a:t>
          </a:r>
          <a:endParaRPr lang="en-US" sz="1200" kern="1200"/>
        </a:p>
      </dsp:txBody>
      <dsp:txXfrm>
        <a:off x="1620691" y="545928"/>
        <a:ext cx="1747627" cy="447479"/>
      </dsp:txXfrm>
    </dsp:sp>
    <dsp:sp modelId="{386991AB-07F9-8D44-AC88-66A19DCA4B6E}">
      <dsp:nvSpPr>
        <dsp:cNvPr id="0" name=""/>
        <dsp:cNvSpPr/>
      </dsp:nvSpPr>
      <dsp:spPr>
        <a:xfrm>
          <a:off x="1596483" y="1042410"/>
          <a:ext cx="1796043" cy="4958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Development Phase (12–20 weeks)</a:t>
          </a:r>
          <a:endParaRPr lang="en-US" sz="1200" kern="1200"/>
        </a:p>
      </dsp:txBody>
      <dsp:txXfrm>
        <a:off x="1620691" y="1066618"/>
        <a:ext cx="1747627" cy="447479"/>
      </dsp:txXfrm>
    </dsp:sp>
    <dsp:sp modelId="{270CE717-457D-DB4A-BCA6-B2CB4868FE09}">
      <dsp:nvSpPr>
        <dsp:cNvPr id="0" name=""/>
        <dsp:cNvSpPr/>
      </dsp:nvSpPr>
      <dsp:spPr>
        <a:xfrm>
          <a:off x="1596483" y="1563100"/>
          <a:ext cx="1796043" cy="4958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Development Phase (12–20 weeks)</a:t>
          </a:r>
          <a:endParaRPr lang="en-US" sz="1200" kern="1200"/>
        </a:p>
      </dsp:txBody>
      <dsp:txXfrm>
        <a:off x="1620691" y="1587308"/>
        <a:ext cx="1747627" cy="4474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012D3-B6C1-4ABA-84E5-DFCA38B440EE}">
      <dsp:nvSpPr>
        <dsp:cNvPr id="0" name=""/>
        <dsp:cNvSpPr/>
      </dsp:nvSpPr>
      <dsp:spPr>
        <a:xfrm>
          <a:off x="0" y="1420"/>
          <a:ext cx="9625383" cy="719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27620-F323-41A5-BC9B-E4F3FACB976E}">
      <dsp:nvSpPr>
        <dsp:cNvPr id="0" name=""/>
        <dsp:cNvSpPr/>
      </dsp:nvSpPr>
      <dsp:spPr>
        <a:xfrm>
          <a:off x="217789" y="163413"/>
          <a:ext cx="395981" cy="3959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DBD6F-B8CE-47C2-B05B-CB67A068EE03}">
      <dsp:nvSpPr>
        <dsp:cNvPr id="0" name=""/>
        <dsp:cNvSpPr/>
      </dsp:nvSpPr>
      <dsp:spPr>
        <a:xfrm>
          <a:off x="831561" y="1420"/>
          <a:ext cx="8793821" cy="719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96" tIns="76196" rIns="76196" bIns="761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/>
            <a:t>Goal:</a:t>
          </a:r>
          <a:r>
            <a:rPr lang="en-US" sz="2200" b="0" i="0" kern="1200" dirty="0"/>
            <a:t> </a:t>
          </a:r>
          <a:r>
            <a:rPr lang="en-US" sz="2200" b="1" i="0" kern="1200" dirty="0"/>
            <a:t>10,000</a:t>
          </a:r>
          <a:r>
            <a:rPr lang="en-US" sz="2200" b="0" i="0" kern="1200" dirty="0"/>
            <a:t> members</a:t>
          </a:r>
          <a:endParaRPr lang="en-US" sz="2200" kern="1200" dirty="0"/>
        </a:p>
      </dsp:txBody>
      <dsp:txXfrm>
        <a:off x="831561" y="1420"/>
        <a:ext cx="8793821" cy="719966"/>
      </dsp:txXfrm>
    </dsp:sp>
    <dsp:sp modelId="{403F2EDE-232E-44D7-A897-B26FDBDC53F0}">
      <dsp:nvSpPr>
        <dsp:cNvPr id="0" name=""/>
        <dsp:cNvSpPr/>
      </dsp:nvSpPr>
      <dsp:spPr>
        <a:xfrm>
          <a:off x="0" y="901378"/>
          <a:ext cx="9625383" cy="719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8832B2-1440-4E1D-A7A1-EAB1CEC24ED7}">
      <dsp:nvSpPr>
        <dsp:cNvPr id="0" name=""/>
        <dsp:cNvSpPr/>
      </dsp:nvSpPr>
      <dsp:spPr>
        <a:xfrm>
          <a:off x="217789" y="1063371"/>
          <a:ext cx="395981" cy="3959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B002C-6607-43BE-9FEB-6C7FE2CE77EB}">
      <dsp:nvSpPr>
        <dsp:cNvPr id="0" name=""/>
        <dsp:cNvSpPr/>
      </dsp:nvSpPr>
      <dsp:spPr>
        <a:xfrm>
          <a:off x="831561" y="901378"/>
          <a:ext cx="8793821" cy="719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96" tIns="76196" rIns="76196" bIns="761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/>
            <a:t>Revenue:</a:t>
          </a:r>
          <a:r>
            <a:rPr lang="en-US" sz="2200" b="0" i="0" kern="1200" dirty="0"/>
            <a:t> </a:t>
          </a:r>
          <a:r>
            <a:rPr lang="en-US" sz="2200" b="1" i="0" kern="1200" dirty="0"/>
            <a:t>$2 million</a:t>
          </a:r>
          <a:endParaRPr lang="en-US" sz="2200" b="1" kern="1200" dirty="0"/>
        </a:p>
      </dsp:txBody>
      <dsp:txXfrm>
        <a:off x="831561" y="901378"/>
        <a:ext cx="8793821" cy="719966"/>
      </dsp:txXfrm>
    </dsp:sp>
    <dsp:sp modelId="{DA49D6D5-9F30-4E0B-9D32-D0F0803FBC89}">
      <dsp:nvSpPr>
        <dsp:cNvPr id="0" name=""/>
        <dsp:cNvSpPr/>
      </dsp:nvSpPr>
      <dsp:spPr>
        <a:xfrm>
          <a:off x="0" y="1801337"/>
          <a:ext cx="9625383" cy="719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702FFC-15C2-42C2-AACE-326E276809F0}">
      <dsp:nvSpPr>
        <dsp:cNvPr id="0" name=""/>
        <dsp:cNvSpPr/>
      </dsp:nvSpPr>
      <dsp:spPr>
        <a:xfrm>
          <a:off x="217789" y="1963329"/>
          <a:ext cx="395981" cy="3959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850FC-A2B7-494F-A565-FB50640D671F}">
      <dsp:nvSpPr>
        <dsp:cNvPr id="0" name=""/>
        <dsp:cNvSpPr/>
      </dsp:nvSpPr>
      <dsp:spPr>
        <a:xfrm>
          <a:off x="831561" y="1801337"/>
          <a:ext cx="8793821" cy="719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96" tIns="76196" rIns="76196" bIns="761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Begin brand partnerships and small sponsorships</a:t>
          </a:r>
          <a:endParaRPr lang="en-US" sz="2200" kern="1200"/>
        </a:p>
      </dsp:txBody>
      <dsp:txXfrm>
        <a:off x="831561" y="1801337"/>
        <a:ext cx="8793821" cy="719966"/>
      </dsp:txXfrm>
    </dsp:sp>
    <dsp:sp modelId="{93D4D8DD-B7FB-402A-88B8-7CBC87E650AF}">
      <dsp:nvSpPr>
        <dsp:cNvPr id="0" name=""/>
        <dsp:cNvSpPr/>
      </dsp:nvSpPr>
      <dsp:spPr>
        <a:xfrm>
          <a:off x="0" y="2701295"/>
          <a:ext cx="9625383" cy="719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B2861-2D63-4C63-9B39-6B2871C01CDA}">
      <dsp:nvSpPr>
        <dsp:cNvPr id="0" name=""/>
        <dsp:cNvSpPr/>
      </dsp:nvSpPr>
      <dsp:spPr>
        <a:xfrm>
          <a:off x="217789" y="2863288"/>
          <a:ext cx="395981" cy="3959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DEB86-4CEC-47D5-88E4-234E8F7B9E9F}">
      <dsp:nvSpPr>
        <dsp:cNvPr id="0" name=""/>
        <dsp:cNvSpPr/>
      </dsp:nvSpPr>
      <dsp:spPr>
        <a:xfrm>
          <a:off x="831561" y="2701295"/>
          <a:ext cx="8793821" cy="719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196" tIns="76196" rIns="76196" bIns="761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Launch premium app features and team expansion</a:t>
          </a:r>
          <a:endParaRPr lang="en-US" sz="2200" kern="1200"/>
        </a:p>
      </dsp:txBody>
      <dsp:txXfrm>
        <a:off x="831561" y="2701295"/>
        <a:ext cx="8793821" cy="7199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1E5EDD-FDB3-41FE-A8E6-2186042580F8}">
      <dsp:nvSpPr>
        <dsp:cNvPr id="0" name=""/>
        <dsp:cNvSpPr/>
      </dsp:nvSpPr>
      <dsp:spPr>
        <a:xfrm>
          <a:off x="1140552" y="502265"/>
          <a:ext cx="1766812" cy="1766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E4394-0FC0-4AD7-86DB-211388517D34}">
      <dsp:nvSpPr>
        <dsp:cNvPr id="0" name=""/>
        <dsp:cNvSpPr/>
      </dsp:nvSpPr>
      <dsp:spPr>
        <a:xfrm>
          <a:off x="60834" y="2823198"/>
          <a:ext cx="392625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Thank You for Joining Us on the Start Line</a:t>
          </a:r>
          <a:br>
            <a:rPr lang="en-US" sz="1600" b="0" i="0" kern="1200" dirty="0"/>
          </a:br>
          <a:r>
            <a:rPr lang="en-US" sz="1600" b="0" i="0" kern="1200" dirty="0"/>
            <a:t>We’re not just building a run team — we’re building a global movement of connection, progress, and community.</a:t>
          </a:r>
          <a:endParaRPr lang="en-US" sz="1600" kern="1200" dirty="0"/>
        </a:p>
      </dsp:txBody>
      <dsp:txXfrm>
        <a:off x="60834" y="2823198"/>
        <a:ext cx="3926250" cy="1372500"/>
      </dsp:txXfrm>
    </dsp:sp>
    <dsp:sp modelId="{53B393DB-A536-43AA-950E-BC9031220769}">
      <dsp:nvSpPr>
        <dsp:cNvPr id="0" name=""/>
        <dsp:cNvSpPr/>
      </dsp:nvSpPr>
      <dsp:spPr>
        <a:xfrm>
          <a:off x="5753896" y="502265"/>
          <a:ext cx="1766812" cy="1766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46CDD-89DB-425C-82F2-5688D8EDD405}">
      <dsp:nvSpPr>
        <dsp:cNvPr id="0" name=""/>
        <dsp:cNvSpPr/>
      </dsp:nvSpPr>
      <dsp:spPr>
        <a:xfrm>
          <a:off x="4674177" y="2823198"/>
          <a:ext cx="3926250" cy="137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📩 Contact Info:</a:t>
          </a:r>
          <a:br>
            <a:rPr lang="en-US" sz="1600" kern="1200" dirty="0"/>
          </a:br>
          <a:r>
            <a:rPr lang="en-US" sz="1600" b="1" i="0" kern="1200" dirty="0"/>
            <a:t>Name:</a:t>
          </a:r>
          <a:r>
            <a:rPr lang="en-US" sz="1600" b="0" i="0" kern="1200" dirty="0"/>
            <a:t> ERNEST SMITH</a:t>
          </a:r>
          <a:br>
            <a:rPr lang="en-US" sz="1600" kern="1200" dirty="0"/>
          </a:br>
          <a:r>
            <a:rPr lang="en-US" sz="1600" b="1" i="0" kern="1200" dirty="0"/>
            <a:t>Email:</a:t>
          </a:r>
          <a:r>
            <a:rPr lang="en-US" sz="1600" b="0" i="0" kern="1200" dirty="0"/>
            <a:t> RUNTEAM3332@GMAIL.COM</a:t>
          </a:r>
          <a:br>
            <a:rPr lang="en-US" sz="1600" kern="1200" dirty="0"/>
          </a:br>
          <a:r>
            <a:rPr lang="en-US" sz="1600" b="1" i="0" kern="1200" dirty="0"/>
            <a:t>Phone:</a:t>
          </a:r>
          <a:r>
            <a:rPr lang="en-US" sz="1600" b="0" i="0" kern="1200" dirty="0"/>
            <a:t> 504.444.9746</a:t>
          </a:r>
          <a:br>
            <a:rPr lang="en-US" sz="1600" kern="1200" dirty="0"/>
          </a:br>
          <a:r>
            <a:rPr lang="en-US" sz="1600" b="1" i="0" kern="1200" dirty="0"/>
            <a:t>Website / App (Coming Soon)</a:t>
          </a:r>
          <a:endParaRPr lang="en-US" sz="1600" kern="1200" dirty="0"/>
        </a:p>
      </dsp:txBody>
      <dsp:txXfrm>
        <a:off x="4674177" y="2823198"/>
        <a:ext cx="3926250" cy="13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F4D93-D578-2544-9168-F6524B676C85}" type="datetimeFigureOut">
              <a:rPr lang="en-US" smtClean="0"/>
              <a:t>6/16/25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556A4-0C8D-EE45-8184-4BBCB6B3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556A4-0C8D-EE45-8184-4BBCB6B38A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9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556A4-0C8D-EE45-8184-4BBCB6B38A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65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444479B-705B-4489-957E-7E8A228BDFA0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74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1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1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4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1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1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756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663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81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145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0565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3956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07B66AD-7C08-490A-ADA4-B47E10FB2407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6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5B95027-4255-49E7-9841-CD21BCC99996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9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DA38F49-B3E2-4BF0-BEC7-C30D34ABBB8D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4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  <p:sldLayoutId id="2147483922" r:id="rId13"/>
    <p:sldLayoutId id="2147483923" r:id="rId14"/>
    <p:sldLayoutId id="2147483924" r:id="rId15"/>
    <p:sldLayoutId id="2147483925" r:id="rId16"/>
    <p:sldLayoutId id="214748392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F439-DE42-1430-755E-1676C1143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2790" y="1400388"/>
            <a:ext cx="4691638" cy="202861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Team 3332</a:t>
            </a:r>
            <a:br>
              <a:rPr lang="en-US" sz="3200"/>
            </a:br>
            <a:r>
              <a:rPr lang="en-US" sz="2400"/>
              <a:t>GLOBAL VIRTUAL RU</a:t>
            </a:r>
            <a:r>
              <a:rPr lang="en-US" sz="2400" b="1"/>
              <a:t>N TEAM</a:t>
            </a:r>
            <a:br>
              <a:rPr lang="en-US" sz="3200" b="1"/>
            </a:br>
            <a:r>
              <a:rPr lang="en-US" sz="2000" b="1">
                <a:latin typeface="Cambria" panose="02040503050406030204" pitchFamily="18" charset="0"/>
              </a:rPr>
              <a:t>“RUN YOUR WORLD… TOGETHER”</a:t>
            </a:r>
            <a:endParaRPr lang="en-US" sz="3200" dirty="0">
              <a:latin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53F1C-1361-FCE1-4C51-9DB112820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Presented by: Ernest Smith</a:t>
            </a:r>
          </a:p>
          <a:p>
            <a:pPr>
              <a:lnSpc>
                <a:spcPct val="120000"/>
              </a:lnSpc>
            </a:pPr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Founder &amp; Organizer</a:t>
            </a:r>
          </a:p>
          <a:p>
            <a:pPr>
              <a:lnSpc>
                <a:spcPct val="120000"/>
              </a:lnSpc>
            </a:pPr>
            <a:r>
              <a:rPr lang="en-US" sz="1100" b="1" i="1">
                <a:latin typeface="Arial" panose="020B0604020202020204" pitchFamily="34" charset="0"/>
                <a:cs typeface="Arial" panose="020B0604020202020204" pitchFamily="34" charset="0"/>
              </a:rPr>
              <a:t>Email: runteam3332@gmail.com</a:t>
            </a:r>
            <a:endParaRPr lang="en-US" sz="11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33418B-3849-7C84-F0E8-7A67477CC9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8" b="528"/>
          <a:stretch/>
        </p:blipFill>
        <p:spPr>
          <a:xfrm>
            <a:off x="0" y="10"/>
            <a:ext cx="69311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59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FBE54E-A701-4039-AC57-CF06B37CC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33A9890-FE1F-4F08-8EF4-FD2B43954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5990CA30-7C76-D4BC-66EE-75C29DD03C5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5853" r="3237" b="20363"/>
          <a:stretch/>
        </p:blipFill>
        <p:spPr>
          <a:xfrm>
            <a:off x="474133" y="474134"/>
            <a:ext cx="11243734" cy="5909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A9ABE-0BB6-089A-237E-2A4E58E1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515798-C8A3-40E7-A830-82681C81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8971E-869D-CC1C-6A13-BC8DFF3043AD}"/>
              </a:ext>
            </a:extLst>
          </p:cNvPr>
          <p:cNvSpPr txBox="1"/>
          <p:nvPr/>
        </p:nvSpPr>
        <p:spPr>
          <a:xfrm>
            <a:off x="1154954" y="1820333"/>
            <a:ext cx="8825659" cy="4199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u="none" strike="noStrike" dirty="0">
                <a:solidFill>
                  <a:srgbClr val="FFFFFF"/>
                </a:solidFill>
                <a:effectLst/>
              </a:rPr>
              <a:t> Running is POWERFUL but lonely.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u="none" strike="noStrike" dirty="0">
                <a:solidFill>
                  <a:srgbClr val="FFFFFF"/>
                </a:solidFill>
                <a:effectLst/>
              </a:rPr>
              <a:t> Runners lack consistent community support.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u="none" strike="noStrike" dirty="0">
                <a:solidFill>
                  <a:srgbClr val="FFFFFF"/>
                </a:solidFill>
                <a:effectLst/>
              </a:rPr>
              <a:t> In-person events can be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u="none" strike="noStrike" dirty="0">
                <a:solidFill>
                  <a:srgbClr val="FFFFFF"/>
                </a:solidFill>
                <a:effectLst/>
              </a:rPr>
              <a:t>expensive or inaccessible.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u="none" strike="noStrike" dirty="0">
                <a:solidFill>
                  <a:srgbClr val="FFFFFF"/>
                </a:solidFill>
                <a:effectLst/>
              </a:rPr>
              <a:t> Existing fitness platforms don’t offer team dynamics or guided growth.</a:t>
            </a:r>
          </a:p>
        </p:txBody>
      </p:sp>
    </p:spTree>
    <p:extLst>
      <p:ext uri="{BB962C8B-B14F-4D97-AF65-F5344CB8AC3E}">
        <p14:creationId xmlns:p14="http://schemas.microsoft.com/office/powerpoint/2010/main" val="3753428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5628-630C-C993-D033-43310998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b="0" i="0" u="none" strike="noStrike">
                <a:solidFill>
                  <a:schemeClr val="tx1"/>
                </a:solidFill>
                <a:effectLst/>
                <a:latin typeface="-webkit-standard"/>
              </a:rPr>
              <a:t>Despite millions of runners worldwide, many lack access to consistent support, training guidance, and a true sense of community.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9C5A2-7089-44C9-AF6F-34F6B7ED5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🔹 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Disconnected Runners:</a:t>
            </a:r>
            <a:br>
              <a:rPr lang="en-US" b="0" i="0" u="none" strike="noStrike" dirty="0">
                <a:solidFill>
                  <a:schemeClr val="tx1"/>
                </a:solidFill>
                <a:effectLst/>
              </a:rPr>
            </a:b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Most runners train alone with no team, no support system, and little motivation.</a:t>
            </a:r>
          </a:p>
          <a:p>
            <a:pPr>
              <a:lnSpc>
                <a:spcPct val="90000"/>
              </a:lnSpc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🔹 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Inaccessible Local Clubs:</a:t>
            </a:r>
            <a:br>
              <a:rPr lang="en-US" b="0" i="0" u="none" strike="noStrike" dirty="0">
                <a:solidFill>
                  <a:schemeClr val="tx1"/>
                </a:solidFill>
                <a:effectLst/>
              </a:rPr>
            </a:b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City-based run clubs often exclude slower runners, beginners, or those with unconventional schedules.</a:t>
            </a:r>
          </a:p>
          <a:p>
            <a:pPr>
              <a:lnSpc>
                <a:spcPct val="90000"/>
              </a:lnSpc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🔹 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Limited Virtual Options:</a:t>
            </a:r>
            <a:br>
              <a:rPr lang="en-US" b="0" i="0" u="none" strike="noStrike" dirty="0">
                <a:solidFill>
                  <a:schemeClr val="tx1"/>
                </a:solidFill>
                <a:effectLst/>
              </a:rPr>
            </a:b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Current virtual fitness platforms offer workouts but rarely provide long-term community, leadership, or perks tailored to runners.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🔹 </a:t>
            </a: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Global Runners, No Global Community:</a:t>
            </a:r>
            <a:br>
              <a:rPr lang="en-US" b="0" i="0" u="none" strike="noStrike" dirty="0">
                <a:solidFill>
                  <a:schemeClr val="tx1"/>
                </a:solidFill>
                <a:effectLst/>
              </a:rPr>
            </a:b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	There’s no platform connecting runners 	worldwide through a structured team 	with real rewards, recognition, and local-	to-	global involvement.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843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9C8D-FB2D-1EC5-F39E-ED67D4703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25517" y="3280561"/>
            <a:ext cx="5822732" cy="923330"/>
          </a:xfrm>
        </p:spPr>
        <p:txBody>
          <a:bodyPr anchor="ctr">
            <a:noAutofit/>
          </a:bodyPr>
          <a:lstStyle/>
          <a:p>
            <a:pPr algn="r"/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🌍 </a:t>
            </a:r>
            <a:r>
              <a:rPr lang="en-US" sz="1600" b="1" i="0" u="none" strike="noStrike" dirty="0">
                <a:solidFill>
                  <a:schemeClr val="tx1"/>
                </a:solidFill>
                <a:effectLst/>
              </a:rPr>
              <a:t>Introducing the Global Virtual Run Team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9C935-5153-FC61-4C98-389634273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975" y="909855"/>
            <a:ext cx="5579707" cy="620564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	</a:t>
            </a: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-webkit-standard"/>
              </a:rPr>
              <a:t>A membership-based, all-level running community built to connect, motivate, and elevate runners — wherever they 	are in the world.</a:t>
            </a:r>
          </a:p>
          <a:p>
            <a:pPr marL="0" indent="0" algn="ctr">
              <a:buNone/>
            </a:pPr>
            <a:endParaRPr lang="en-US" sz="2000" b="0" i="0" u="none" strike="noStrike" dirty="0">
              <a:solidFill>
                <a:schemeClr val="tx1"/>
              </a:solidFill>
              <a:effectLst/>
              <a:latin typeface="-webkit-standard"/>
            </a:endParaRPr>
          </a:p>
          <a:p>
            <a:pPr marL="0" indent="0">
              <a:buNone/>
            </a:pPr>
            <a:r>
              <a:rPr lang="en-US" sz="1200" b="1" u="none" strike="noStrike" dirty="0">
                <a:solidFill>
                  <a:schemeClr val="tx1"/>
                </a:solidFill>
                <a:effectLst/>
              </a:rPr>
              <a:t>🔹 </a:t>
            </a:r>
            <a:r>
              <a:rPr lang="en-US" sz="1400" b="1" u="none" strike="noStrike" dirty="0">
                <a:solidFill>
                  <a:schemeClr val="tx1"/>
                </a:solidFill>
                <a:effectLst/>
              </a:rPr>
              <a:t>Inclusive Virtual Team:</a:t>
            </a:r>
            <a:br>
              <a:rPr lang="en-US" sz="1200" b="1" u="none" strike="noStrike" dirty="0">
                <a:solidFill>
                  <a:schemeClr val="tx1"/>
                </a:solidFill>
                <a:effectLst/>
              </a:rPr>
            </a:br>
            <a:r>
              <a:rPr lang="en-US" sz="1200" b="1" u="none" strike="noStrike" dirty="0">
                <a:solidFill>
                  <a:schemeClr val="tx1"/>
                </a:solidFill>
                <a:effectLst/>
              </a:rPr>
              <a:t>	</a:t>
            </a:r>
            <a:r>
              <a:rPr lang="en-US" sz="1200" u="none" strike="noStrike" dirty="0">
                <a:solidFill>
                  <a:schemeClr val="tx1"/>
                </a:solidFill>
                <a:effectLst/>
              </a:rPr>
              <a:t>For runners of all levels — from casual joggers to elite competitors 	 — with global access and local connections.</a:t>
            </a:r>
            <a:br>
              <a:rPr lang="en-US" sz="1200" b="1" u="none" strike="noStrike" dirty="0">
                <a:solidFill>
                  <a:schemeClr val="tx1"/>
                </a:solidFill>
                <a:effectLst/>
              </a:rPr>
            </a:br>
            <a:r>
              <a:rPr lang="en-US" sz="1400" b="1" u="none" strike="noStrike" dirty="0">
                <a:solidFill>
                  <a:schemeClr val="tx1"/>
                </a:solidFill>
                <a:effectLst/>
              </a:rPr>
              <a:t>🔹 Tiered Memberships:</a:t>
            </a:r>
            <a:br>
              <a:rPr lang="en-US" sz="1200" b="1" u="none" strike="noStrike" dirty="0">
                <a:solidFill>
                  <a:schemeClr val="tx1"/>
                </a:solidFill>
                <a:effectLst/>
              </a:rPr>
            </a:br>
            <a:r>
              <a:rPr lang="en-US" sz="1200" b="1" u="none" strike="noStrike" dirty="0">
                <a:solidFill>
                  <a:schemeClr val="tx1"/>
                </a:solidFill>
                <a:effectLst/>
              </a:rPr>
              <a:t>	</a:t>
            </a:r>
            <a:r>
              <a:rPr lang="en-US" sz="1200" u="none" strike="noStrike" dirty="0">
                <a:solidFill>
                  <a:schemeClr val="tx1"/>
                </a:solidFill>
                <a:effectLst/>
              </a:rPr>
              <a:t>Affordable annual plans </a:t>
            </a:r>
            <a:r>
              <a:rPr lang="en-US" sz="1200" u="none" strike="noStrike" dirty="0">
                <a:solidFill>
                  <a:schemeClr val="bg1"/>
                </a:solidFill>
                <a:effectLst/>
                <a:highlight>
                  <a:srgbClr val="FFFF00"/>
                </a:highlight>
              </a:rPr>
              <a:t>($199 Standard / $249 Elite)</a:t>
            </a:r>
            <a:r>
              <a:rPr lang="en-US" sz="1200" u="none" strike="noStrike" dirty="0">
                <a:solidFill>
                  <a:schemeClr val="bg1"/>
                </a:solidFill>
                <a:effectLst/>
              </a:rPr>
              <a:t> </a:t>
            </a:r>
            <a:r>
              <a:rPr lang="en-US" sz="1200" u="none" strike="noStrike" dirty="0">
                <a:solidFill>
                  <a:schemeClr val="tx1"/>
                </a:solidFill>
                <a:effectLst/>
              </a:rPr>
              <a:t>with perks like 	discounts on shoes, race fees, apparel, and more.</a:t>
            </a:r>
            <a:br>
              <a:rPr lang="en-US" sz="1200" b="1" u="none" strike="noStrike" dirty="0">
                <a:solidFill>
                  <a:schemeClr val="tx1"/>
                </a:solidFill>
                <a:effectLst/>
              </a:rPr>
            </a:br>
            <a:r>
              <a:rPr lang="en-US" sz="1400" b="1" u="none" strike="noStrike" dirty="0">
                <a:solidFill>
                  <a:schemeClr val="tx1"/>
                </a:solidFill>
                <a:effectLst/>
              </a:rPr>
              <a:t>🔹 Structured Support &amp; Training:</a:t>
            </a:r>
            <a:br>
              <a:rPr lang="en-US" sz="1200" b="1" u="none" strike="noStrike" dirty="0">
                <a:solidFill>
                  <a:schemeClr val="tx1"/>
                </a:solidFill>
                <a:effectLst/>
              </a:rPr>
            </a:br>
            <a:r>
              <a:rPr lang="en-US" sz="1200" b="1" u="none" strike="noStrike" dirty="0">
                <a:solidFill>
                  <a:schemeClr val="tx1"/>
                </a:solidFill>
                <a:effectLst/>
              </a:rPr>
              <a:t>	</a:t>
            </a:r>
            <a:r>
              <a:rPr lang="en-US" sz="1200" u="none" strike="noStrike" dirty="0">
                <a:solidFill>
                  <a:schemeClr val="tx1"/>
                </a:solidFill>
                <a:effectLst/>
              </a:rPr>
              <a:t>Members receive guidance from verified team captains, access 	to training discussions, and community-led run challenges.</a:t>
            </a:r>
            <a:br>
              <a:rPr lang="en-US" sz="1200" b="1" u="none" strike="noStrike" dirty="0">
                <a:solidFill>
                  <a:schemeClr val="tx1"/>
                </a:solidFill>
                <a:effectLst/>
              </a:rPr>
            </a:br>
            <a:r>
              <a:rPr lang="en-US" sz="1400" b="1" u="none" strike="noStrike" dirty="0">
                <a:solidFill>
                  <a:schemeClr val="tx1"/>
                </a:solidFill>
                <a:effectLst/>
              </a:rPr>
              <a:t>🔹 Real &amp; Virtual Races:</a:t>
            </a:r>
            <a:br>
              <a:rPr lang="en-US" sz="1200" b="1" u="none" strike="noStrike" dirty="0">
                <a:solidFill>
                  <a:schemeClr val="tx1"/>
                </a:solidFill>
                <a:effectLst/>
              </a:rPr>
            </a:br>
            <a:r>
              <a:rPr lang="en-US" sz="1200" b="1" u="none" strike="noStrike" dirty="0">
                <a:solidFill>
                  <a:schemeClr val="tx1"/>
                </a:solidFill>
                <a:effectLst/>
              </a:rPr>
              <a:t>	</a:t>
            </a:r>
            <a:r>
              <a:rPr lang="en-US" sz="1200" u="none" strike="noStrike" dirty="0">
                <a:solidFill>
                  <a:schemeClr val="tx1"/>
                </a:solidFill>
                <a:effectLst/>
              </a:rPr>
              <a:t>Participate in time-qualifying virtual races, monthly in-person runs 	in select areas, and upload your progress with Strava-style tools.</a:t>
            </a:r>
            <a:br>
              <a:rPr lang="en-US" sz="1200" b="1" u="none" strike="noStrike" dirty="0">
                <a:solidFill>
                  <a:schemeClr val="tx1"/>
                </a:solidFill>
                <a:effectLst/>
              </a:rPr>
            </a:br>
            <a:r>
              <a:rPr lang="en-US" sz="1400" b="1" u="none" strike="noStrike" dirty="0">
                <a:solidFill>
                  <a:schemeClr val="tx1"/>
                </a:solidFill>
                <a:effectLst/>
              </a:rPr>
              <a:t>🔹 Motivation, Recognition, and Rewards:</a:t>
            </a:r>
            <a:br>
              <a:rPr lang="en-US" sz="1200" b="1" u="none" strike="noStrike" dirty="0">
                <a:solidFill>
                  <a:schemeClr val="tx1"/>
                </a:solidFill>
                <a:effectLst/>
              </a:rPr>
            </a:br>
            <a:r>
              <a:rPr lang="en-US" sz="1200" b="1" u="none" strike="noStrike" dirty="0">
                <a:solidFill>
                  <a:schemeClr val="tx1"/>
                </a:solidFill>
                <a:effectLst/>
              </a:rPr>
              <a:t>	</a:t>
            </a:r>
            <a:r>
              <a:rPr lang="en-US" sz="1200" u="none" strike="noStrike" dirty="0">
                <a:solidFill>
                  <a:schemeClr val="tx1"/>
                </a:solidFill>
                <a:effectLst/>
              </a:rPr>
              <a:t>Leaderboards, badges, social shoutouts, and even discounts at 	healthy cafes for performance, consistency, or captain service.</a:t>
            </a:r>
            <a:endParaRPr lang="en-US" sz="1200" b="0" i="0" u="none" strike="noStrike" dirty="0">
              <a:solidFill>
                <a:schemeClr val="tx1"/>
              </a:solidFill>
              <a:effectLst/>
              <a:latin typeface="-webkit-standard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-webkit-standard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4F122-3343-ACAD-6013-5FB8A8C74948}"/>
              </a:ext>
            </a:extLst>
          </p:cNvPr>
          <p:cNvSpPr txBox="1"/>
          <p:nvPr/>
        </p:nvSpPr>
        <p:spPr>
          <a:xfrm>
            <a:off x="714703" y="2717278"/>
            <a:ext cx="4792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THE SOLUTION</a:t>
            </a:r>
          </a:p>
        </p:txBody>
      </p:sp>
    </p:spTree>
    <p:extLst>
      <p:ext uri="{BB962C8B-B14F-4D97-AF65-F5344CB8AC3E}">
        <p14:creationId xmlns:p14="http://schemas.microsoft.com/office/powerpoint/2010/main" val="387127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7C827-2C71-4D0B-CF32-25AC9879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u="none" strike="noStrike" kern="120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MARKETING</a:t>
            </a:r>
            <a:endParaRPr lang="en-US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0" name="Graphic 59" descr="Marketing">
            <a:extLst>
              <a:ext uri="{FF2B5EF4-FFF2-40B4-BE49-F238E27FC236}">
                <a16:creationId xmlns:a16="http://schemas.microsoft.com/office/drawing/2014/main" id="{265648B2-C48C-0671-810A-BC4DB4B69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5124" y="803751"/>
            <a:ext cx="5250498" cy="5250498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80A00-CA7B-05B3-0303-16C352B62D10}"/>
              </a:ext>
            </a:extLst>
          </p:cNvPr>
          <p:cNvSpPr txBox="1"/>
          <p:nvPr/>
        </p:nvSpPr>
        <p:spPr>
          <a:xfrm>
            <a:off x="1154955" y="2120900"/>
            <a:ext cx="3133726" cy="389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u="none" strike="noStrike">
                <a:solidFill>
                  <a:srgbClr val="FFFFFF"/>
                </a:solidFill>
                <a:effectLst/>
              </a:rPr>
              <a:t>Global fitness industry: $100B+ and growing.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u="none" strike="noStrike">
                <a:solidFill>
                  <a:srgbClr val="FFFFFF"/>
                </a:solidFill>
                <a:effectLst/>
              </a:rPr>
              <a:t>Virtual fitness events and platforms have surged post-2020.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u="none" strike="noStrike">
                <a:solidFill>
                  <a:srgbClr val="FFFFFF"/>
                </a:solidFill>
                <a:effectLst/>
              </a:rPr>
              <a:t>Hybrid fitness platforms like Strava have validated the digital demand.</a:t>
            </a:r>
          </a:p>
        </p:txBody>
      </p:sp>
      <p:sp>
        <p:nvSpPr>
          <p:cNvPr id="77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97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2E451E-151A-4910-BF41-6A040B659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96EFE4-A70C-4388-9A15-3F657B661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5EBAFC-9388-432A-BCFD-EEA2F410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03DD0-4470-F508-AD50-AAF732BBC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8699" y="898824"/>
            <a:ext cx="8182191" cy="5052670"/>
          </a:xfrm>
        </p:spPr>
        <p:txBody>
          <a:bodyPr anchor="ctr">
            <a:normAutofit fontScale="70000" lnSpcReduction="20000"/>
          </a:bodyPr>
          <a:lstStyle/>
          <a:p>
            <a:pPr algn="l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🔹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</a:rPr>
              <a:t> </a:t>
            </a:r>
            <a:r>
              <a:rPr lang="en-US" sz="2600" b="1" i="0" u="none" strike="noStrike" dirty="0">
                <a:solidFill>
                  <a:schemeClr val="bg1"/>
                </a:solidFill>
                <a:effectLst/>
              </a:rPr>
              <a:t>Global Running Community:</a:t>
            </a:r>
            <a:endParaRPr lang="en-US" sz="2300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chemeClr val="bg1"/>
                </a:solidFill>
                <a:effectLst/>
              </a:rPr>
              <a:t>Over </a:t>
            </a:r>
            <a:r>
              <a:rPr lang="en-US" sz="2100" b="1" i="0" u="none" strike="noStrike" dirty="0"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621 million runners</a:t>
            </a:r>
            <a:r>
              <a:rPr lang="en-US" sz="2100" b="0" i="0" u="none" strike="noStrike" dirty="0">
                <a:solidFill>
                  <a:schemeClr val="tx1"/>
                </a:solidFill>
                <a:effectLst/>
              </a:rPr>
              <a:t> </a:t>
            </a:r>
            <a:r>
              <a:rPr lang="en-US" sz="2100" b="0" i="0" u="none" strike="noStrike" dirty="0">
                <a:solidFill>
                  <a:schemeClr val="bg1"/>
                </a:solidFill>
                <a:effectLst/>
              </a:rPr>
              <a:t>worldwide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chemeClr val="bg1"/>
                </a:solidFill>
                <a:effectLst/>
              </a:rPr>
              <a:t>Running is one of the most accessible and fastest-growing forms of exercise globally</a:t>
            </a:r>
          </a:p>
          <a:p>
            <a:pPr algn="l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🔹 </a:t>
            </a:r>
            <a:r>
              <a:rPr lang="en-US" sz="2600" b="1" i="0" u="none" strike="noStrike" dirty="0">
                <a:solidFill>
                  <a:schemeClr val="bg1"/>
                </a:solidFill>
                <a:effectLst/>
              </a:rPr>
              <a:t>Booming Virtual Fitness Industry:</a:t>
            </a:r>
            <a:endParaRPr lang="en-US" sz="2600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solidFill>
                  <a:schemeClr val="bg1"/>
                </a:solidFill>
                <a:effectLst/>
              </a:rPr>
              <a:t>Virtual fitness market projected to exceed </a:t>
            </a:r>
            <a:r>
              <a:rPr lang="en-US" sz="2200" b="1" i="0" u="none" strike="noStrike" dirty="0"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$80B by 2026</a:t>
            </a:r>
            <a:r>
              <a:rPr lang="en-US" sz="2200" b="1" i="0" u="none" strike="noStrike" dirty="0">
                <a:solidFill>
                  <a:schemeClr val="tx1"/>
                </a:solidFill>
                <a:effectLst/>
              </a:rPr>
              <a:t>. </a:t>
            </a:r>
            <a:r>
              <a:rPr lang="en-US" sz="2200" i="0" u="none" strike="noStrike" dirty="0">
                <a:solidFill>
                  <a:schemeClr val="bg1"/>
                </a:solidFill>
                <a:effectLst/>
              </a:rPr>
              <a:t>(500% increase since 2022)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solidFill>
                  <a:schemeClr val="bg1"/>
                </a:solidFill>
                <a:effectLst/>
              </a:rPr>
              <a:t>Rise of platforms like Strava, Peloton, Nike Run Club show demand for tech-enabled fitness</a:t>
            </a:r>
          </a:p>
          <a:p>
            <a:pPr algn="l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🔹 </a:t>
            </a:r>
            <a:r>
              <a:rPr lang="en-US" sz="2600" b="1" i="0" u="none" strike="noStrike" dirty="0">
                <a:solidFill>
                  <a:schemeClr val="bg1"/>
                </a:solidFill>
                <a:effectLst/>
              </a:rPr>
              <a:t>Marathon &amp; Race Boom:</a:t>
            </a:r>
            <a:endParaRPr lang="en-US" sz="2600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solidFill>
                  <a:schemeClr val="bg1"/>
                </a:solidFill>
                <a:effectLst/>
              </a:rPr>
              <a:t>Over </a:t>
            </a:r>
            <a:r>
              <a:rPr lang="en-US" sz="2200" b="1" i="0" u="none" strike="noStrike" dirty="0"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1.1 million marathon finishers</a:t>
            </a:r>
            <a:r>
              <a:rPr lang="en-US" sz="2200" b="0" i="0" u="none" strike="noStrike" dirty="0">
                <a:solidFill>
                  <a:schemeClr val="tx1"/>
                </a:solidFill>
                <a:effectLst/>
              </a:rPr>
              <a:t> </a:t>
            </a:r>
            <a:r>
              <a:rPr lang="en-US" sz="2200" b="0" i="0" u="none" strike="noStrike" dirty="0">
                <a:solidFill>
                  <a:schemeClr val="bg1"/>
                </a:solidFill>
                <a:effectLst/>
              </a:rPr>
              <a:t>annually (pre-pandemic levels)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solidFill>
                  <a:schemeClr val="bg1"/>
                </a:solidFill>
                <a:effectLst/>
              </a:rPr>
              <a:t>Virtual races surged post-2020 and continue to grow</a:t>
            </a:r>
          </a:p>
          <a:p>
            <a:pPr algn="l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🔹 </a:t>
            </a:r>
            <a:r>
              <a:rPr lang="en-US" sz="2600" b="1" i="0" u="none" strike="noStrike" dirty="0">
                <a:solidFill>
                  <a:schemeClr val="bg1"/>
                </a:solidFill>
                <a:effectLst/>
              </a:rPr>
              <a:t>Social Fitness &amp; Gamification:</a:t>
            </a:r>
            <a:endParaRPr lang="en-US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</a:rPr>
              <a:t>78% of fitness app users say social and competitive features keep them more accountable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chemeClr val="bg1"/>
                </a:solidFill>
                <a:effectLst/>
              </a:rPr>
              <a:t>Gamified experiences (badges, leaderboards, shoutouts) increase retention &amp; motivation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943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EE7A3-1E54-EAF0-9FB3-CF09648B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765" y="1143001"/>
            <a:ext cx="4029731" cy="521575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  <a:t>A Virtual Team.</a:t>
            </a:r>
            <a:b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</a:br>
            <a:b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</a:br>
            <a: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  <a:t>A Real Experience.</a:t>
            </a:r>
            <a:b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</a:br>
            <a:b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</a:b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Global fitness industry: $100B+ and growing.</a:t>
            </a:r>
            <a:br>
              <a:rPr lang="en-US" sz="2000" b="0" i="0" u="none" strike="noStrike" dirty="0">
                <a:solidFill>
                  <a:schemeClr val="tx1"/>
                </a:solidFill>
                <a:effectLst/>
              </a:rPr>
            </a:br>
            <a:br>
              <a:rPr lang="en-US" sz="2000" b="0" i="0" u="none" strike="noStrike" dirty="0">
                <a:solidFill>
                  <a:schemeClr val="tx1"/>
                </a:solidFill>
                <a:effectLst/>
              </a:rPr>
            </a:b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Virtual fitness events and platforms have surged post-2020.</a:t>
            </a:r>
            <a:br>
              <a:rPr lang="en-US" sz="2000" b="0" i="0" u="none" strike="noStrike" dirty="0">
                <a:solidFill>
                  <a:schemeClr val="tx1"/>
                </a:solidFill>
                <a:effectLst/>
              </a:rPr>
            </a:br>
            <a:br>
              <a:rPr lang="en-US" sz="2000" b="0" i="0" u="none" strike="noStrike" dirty="0">
                <a:solidFill>
                  <a:schemeClr val="tx1"/>
                </a:solidFill>
                <a:effectLst/>
              </a:rPr>
            </a:b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Hybrid fitness platforms like Strava have validated the digital demand.</a:t>
            </a:r>
            <a:br>
              <a:rPr lang="en-US" sz="2000" b="0" i="0" u="none" strike="noStrike" dirty="0">
                <a:solidFill>
                  <a:schemeClr val="tx1"/>
                </a:solidFill>
                <a:effectLst/>
              </a:rPr>
            </a:br>
            <a:b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</a:br>
            <a:b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</a:br>
            <a:b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</a:br>
            <a:br>
              <a:rPr lang="en-US" sz="2000" b="0" i="0" u="none" strike="noStrike" kern="1200" dirty="0">
                <a:solidFill>
                  <a:schemeClr val="tx1"/>
                </a:solidFill>
                <a:effectLst/>
                <a:ea typeface="+mj-ea"/>
                <a:cs typeface="+mj-cs"/>
              </a:rPr>
            </a:br>
            <a:endParaRPr lang="en-US" sz="2000" b="0" i="0" kern="120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Virtual RealityHeadset">
            <a:extLst>
              <a:ext uri="{FF2B5EF4-FFF2-40B4-BE49-F238E27FC236}">
                <a16:creationId xmlns:a16="http://schemas.microsoft.com/office/drawing/2014/main" id="{532DB1A2-0687-AD9E-73CF-2847B5592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DCF265-0630-2811-3D28-2A6B7F222B28}"/>
              </a:ext>
            </a:extLst>
          </p:cNvPr>
          <p:cNvSpPr txBox="1"/>
          <p:nvPr/>
        </p:nvSpPr>
        <p:spPr>
          <a:xfrm>
            <a:off x="1885041" y="1263332"/>
            <a:ext cx="3435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PRODUCT</a:t>
            </a:r>
          </a:p>
        </p:txBody>
      </p:sp>
    </p:spTree>
    <p:extLst>
      <p:ext uri="{BB962C8B-B14F-4D97-AF65-F5344CB8AC3E}">
        <p14:creationId xmlns:p14="http://schemas.microsoft.com/office/powerpoint/2010/main" val="4053833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68F1A4-6DBB-4F0B-A679-6EE548363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B8DBF1C0-B8F1-4AAC-8704-256BA0E9D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Digital numbers art">
            <a:extLst>
              <a:ext uri="{FF2B5EF4-FFF2-40B4-BE49-F238E27FC236}">
                <a16:creationId xmlns:a16="http://schemas.microsoft.com/office/drawing/2014/main" id="{3767F8EC-8690-B517-EEAA-6C41F6F8D9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4157" r="-1" b="17100"/>
          <a:stretch/>
        </p:blipFill>
        <p:spPr>
          <a:xfrm>
            <a:off x="474133" y="474133"/>
            <a:ext cx="11243734" cy="5909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9DE703-9C41-2912-FA41-CAC1FD6F4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947" y="761785"/>
            <a:ext cx="8827245" cy="76242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0F7E59-C971-4F55-8E3A-1E583B65F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3AA5E-2ECB-39EB-CA73-24DCCB7CB848}"/>
              </a:ext>
            </a:extLst>
          </p:cNvPr>
          <p:cNvSpPr txBox="1"/>
          <p:nvPr/>
        </p:nvSpPr>
        <p:spPr>
          <a:xfrm>
            <a:off x="639947" y="2396358"/>
            <a:ext cx="46876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b="1" i="0" u="sng" strike="noStrike" dirty="0">
                <a:solidFill>
                  <a:schemeClr val="bg1"/>
                </a:solidFill>
                <a:effectLst/>
              </a:rPr>
              <a:t>Membership-based:</a:t>
            </a:r>
            <a:endParaRPr lang="en-US" b="0" i="0" u="sng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1" u="none" strike="noStrike" dirty="0">
                <a:solidFill>
                  <a:schemeClr val="bg1"/>
                </a:solidFill>
                <a:effectLst/>
              </a:rPr>
              <a:t>Standard Tier: $199/year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1" u="none" strike="noStrike" dirty="0">
                <a:solidFill>
                  <a:schemeClr val="bg1"/>
                </a:solidFill>
                <a:effectLst/>
              </a:rPr>
              <a:t>Elite Tier: $249/year</a:t>
            </a:r>
          </a:p>
          <a:p>
            <a:pPr algn="l"/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(Includes races, guided training, forums, badges, perks, leaderboard, and advanced features.)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D5089-A669-F100-E45B-17FD43DAB152}"/>
              </a:ext>
            </a:extLst>
          </p:cNvPr>
          <p:cNvSpPr txBox="1"/>
          <p:nvPr/>
        </p:nvSpPr>
        <p:spPr>
          <a:xfrm>
            <a:off x="7010544" y="2697528"/>
            <a:ext cx="43418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u="none" strike="noStrike" kern="12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-Simple</a:t>
            </a:r>
            <a:br>
              <a:rPr lang="en-US" sz="2400" b="1" i="0" u="none" strike="noStrike" kern="12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2400" b="1" i="0" u="none" strike="noStrike" kern="12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en-US" sz="2400" b="1" dirty="0">
                <a:solidFill>
                  <a:srgbClr val="EBEBEB"/>
                </a:solidFill>
              </a:rPr>
              <a:t>Scalable</a:t>
            </a:r>
            <a:br>
              <a:rPr lang="en-US" sz="2400" b="1" dirty="0">
                <a:solidFill>
                  <a:srgbClr val="EBEBEB"/>
                </a:solidFill>
              </a:rPr>
            </a:br>
            <a:r>
              <a:rPr lang="en-US" sz="2400" b="1" dirty="0">
                <a:solidFill>
                  <a:srgbClr val="EBEBEB"/>
                </a:solidFill>
              </a:rPr>
              <a:t>-Subscription-Based</a:t>
            </a:r>
            <a:br>
              <a:rPr lang="en-US" sz="2400" b="1" i="0" u="none" strike="noStrike" kern="12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2400" b="1" i="0" u="none" strike="noStrike" kern="1200" dirty="0"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9174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68F1A4-6DBB-4F0B-A679-6EE548363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B8DBF1C0-B8F1-4AAC-8704-256BA0E9D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wall painted with an arrow and a dartboard">
            <a:extLst>
              <a:ext uri="{FF2B5EF4-FFF2-40B4-BE49-F238E27FC236}">
                <a16:creationId xmlns:a16="http://schemas.microsoft.com/office/drawing/2014/main" id="{4D3CEB69-E0BC-1638-8C0C-5214BB16B1D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rcRect t="12470" r="-1" b="14019"/>
          <a:stretch/>
        </p:blipFill>
        <p:spPr>
          <a:xfrm>
            <a:off x="474133" y="495153"/>
            <a:ext cx="11243734" cy="5909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7DB262-A280-B62E-5EE8-6C4854C3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30" y="987973"/>
            <a:ext cx="5823915" cy="53602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GO-TO-MARKETING STRATEGY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0F7E59-C971-4F55-8E3A-1E583B65F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1C1D8-2835-B5B6-42DD-634780F2BF18}"/>
              </a:ext>
            </a:extLst>
          </p:cNvPr>
          <p:cNvSpPr txBox="1"/>
          <p:nvPr/>
        </p:nvSpPr>
        <p:spPr>
          <a:xfrm>
            <a:off x="945931" y="1891862"/>
            <a:ext cx="515006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Free membership to first </a:t>
            </a:r>
            <a:r>
              <a:rPr lang="en-US" sz="2400" b="1" i="0" u="none" strike="noStrike" dirty="0">
                <a:solidFill>
                  <a:schemeClr val="bg1"/>
                </a:solidFill>
                <a:effectLst/>
              </a:rPr>
              <a:t>250</a:t>
            </a: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athletes.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Organic growth via word-of-mouth, social media, and video content.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chemeClr val="bg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 Billboard campaigns and regional focus (starting in New Orleans).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148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0F928-B780-6A92-76D2-C01FA43B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📊 </a:t>
            </a:r>
            <a:r>
              <a:rPr lang="en-US" b="0" i="0" u="none" strike="noStrike" dirty="0">
                <a:effectLst/>
                <a:latin typeface="-webkit-standard"/>
              </a:rPr>
              <a:t>Long-Term Plan: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4B1D39B-32EC-3307-9790-6BD850E8BE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2261534"/>
              </p:ext>
            </p:extLst>
          </p:nvPr>
        </p:nvGraphicFramePr>
        <p:xfrm>
          <a:off x="1154954" y="2603500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2446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4F6945-211A-6FA4-73B0-87D57CE0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477" y="1143000"/>
            <a:ext cx="4941046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PRODUCT FEATURES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99400A-0929-C912-0B72-1EE307581B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9094656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3120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337A0F2-246B-D59D-C46E-91E9FD5B5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307718"/>
              </p:ext>
            </p:extLst>
          </p:nvPr>
        </p:nvGraphicFramePr>
        <p:xfrm>
          <a:off x="763210" y="483327"/>
          <a:ext cx="10665580" cy="5826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548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0367A7-0D30-3E03-DE42-9D71E009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686" y="904620"/>
            <a:ext cx="2828925" cy="206002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EBEBEB"/>
                </a:solidFill>
              </a:rPr>
              <a:t>DEVELOPMENT &amp; TECH STACK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ADC502-B938-2DF1-16B6-54E9ED685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556742"/>
              </p:ext>
            </p:extLst>
          </p:nvPr>
        </p:nvGraphicFramePr>
        <p:xfrm>
          <a:off x="5142960" y="560725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280E567-3936-A990-0BB8-C76D2BDD5E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1949614"/>
              </p:ext>
            </p:extLst>
          </p:nvPr>
        </p:nvGraphicFramePr>
        <p:xfrm>
          <a:off x="0" y="3033694"/>
          <a:ext cx="4989011" cy="2060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058938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68F1A4-6DBB-4F0B-A679-6EE548363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B8DBF1C0-B8F1-4AAC-8704-256BA0E9D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Conference room table">
            <a:extLst>
              <a:ext uri="{FF2B5EF4-FFF2-40B4-BE49-F238E27FC236}">
                <a16:creationId xmlns:a16="http://schemas.microsoft.com/office/drawing/2014/main" id="{7913F8B2-BB95-4A5D-A396-BA1703384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525" b="20525"/>
          <a:stretch/>
        </p:blipFill>
        <p:spPr>
          <a:xfrm>
            <a:off x="474133" y="484643"/>
            <a:ext cx="11243734" cy="5909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2E8DCF-27DB-9C18-3BDA-244AEEF1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30" y="2236488"/>
            <a:ext cx="6790866" cy="77853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strike="noStrike" dirty="0">
                <a:solidFill>
                  <a:srgbClr val="FFFFFF"/>
                </a:solidFill>
                <a:effectLst/>
              </a:rPr>
              <a:t>Financial Summary</a:t>
            </a:r>
            <a:br>
              <a:rPr lang="en-US" sz="5400" strike="noStrike" dirty="0">
                <a:solidFill>
                  <a:srgbClr val="FFFFFF"/>
                </a:solidFill>
                <a:effectLst/>
              </a:rPr>
            </a:br>
            <a:br>
              <a:rPr lang="en-US" sz="5400" strike="noStrike" dirty="0">
                <a:solidFill>
                  <a:srgbClr val="FFFFFF"/>
                </a:solidFill>
                <a:effectLst/>
              </a:rPr>
            </a:b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70EC3-E91C-BDF8-C9A5-0FE272427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603" y="1456947"/>
            <a:ext cx="5697791" cy="3621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i="1" strike="noStrike" cap="all" dirty="0">
                <a:solidFill>
                  <a:schemeClr val="tx1"/>
                </a:solidFill>
                <a:effectLst/>
              </a:rPr>
              <a:t>Predictable Revenue. High Growth Potential.</a:t>
            </a:r>
            <a:endParaRPr lang="en-US" sz="1400" i="1" cap="all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0F7E59-C971-4F55-8E3A-1E583B65F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5186F3-71D7-873C-B1F4-D051B5E71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704516"/>
              </p:ext>
            </p:extLst>
          </p:nvPr>
        </p:nvGraphicFramePr>
        <p:xfrm>
          <a:off x="854970" y="2291672"/>
          <a:ext cx="8761412" cy="3291840"/>
        </p:xfrm>
        <a:graphic>
          <a:graphicData uri="http://schemas.openxmlformats.org/drawingml/2006/table">
            <a:tbl>
              <a:tblPr/>
              <a:tblGrid>
                <a:gridCol w="4380706">
                  <a:extLst>
                    <a:ext uri="{9D8B030D-6E8A-4147-A177-3AD203B41FA5}">
                      <a16:colId xmlns:a16="http://schemas.microsoft.com/office/drawing/2014/main" val="526895941"/>
                    </a:ext>
                  </a:extLst>
                </a:gridCol>
                <a:gridCol w="4380706">
                  <a:extLst>
                    <a:ext uri="{9D8B030D-6E8A-4147-A177-3AD203B41FA5}">
                      <a16:colId xmlns:a16="http://schemas.microsoft.com/office/drawing/2014/main" val="17261106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Category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bg1"/>
                          </a:solidFill>
                        </a:rPr>
                        <a:t>Cost (USD)</a:t>
                      </a:r>
                      <a:endParaRPr lang="en-US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354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App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$80,000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6563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$25,000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7497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Operations/Admin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$15,000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4842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Rewards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$12,000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9653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Legal &amp;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$10,000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9786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Technology &amp;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$10,000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671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Infrastructure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$5,000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1362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Emergency Buffer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$10,000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2604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77351B4-8F20-65BD-0779-0D672DB88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5943162"/>
            <a:ext cx="92792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Launch MVP, acquire initial users, and build platform to support 10,000+ members.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1BDF7-E30B-C8A8-A145-D0D43636E601}"/>
              </a:ext>
            </a:extLst>
          </p:cNvPr>
          <p:cNvSpPr txBox="1"/>
          <p:nvPr/>
        </p:nvSpPr>
        <p:spPr>
          <a:xfrm>
            <a:off x="854970" y="1836970"/>
            <a:ext cx="5409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Year 1: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Total Estimated Startup Cost: $167,000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39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1A5E26-1F21-459D-8C03-ADB057B09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alogue clock">
            <a:extLst>
              <a:ext uri="{FF2B5EF4-FFF2-40B4-BE49-F238E27FC236}">
                <a16:creationId xmlns:a16="http://schemas.microsoft.com/office/drawing/2014/main" id="{0B422D92-4545-0B1C-818E-A85808318B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4" b="6024"/>
          <a:stretch/>
        </p:blipFill>
        <p:spPr>
          <a:xfrm>
            <a:off x="20" y="1"/>
            <a:ext cx="12191980" cy="74465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A33E6-3884-4022-D60F-CCF46DF75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10" y="304801"/>
            <a:ext cx="2424268" cy="3531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cont...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753C4-9B3E-1726-3792-8B53CCDF61E8}"/>
              </a:ext>
            </a:extLst>
          </p:cNvPr>
          <p:cNvSpPr txBox="1"/>
          <p:nvPr/>
        </p:nvSpPr>
        <p:spPr>
          <a:xfrm>
            <a:off x="545401" y="1375873"/>
            <a:ext cx="67306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b="1" i="0" u="sng" strike="noStrike" dirty="0">
                <a:solidFill>
                  <a:srgbClr val="000000"/>
                </a:solidFill>
                <a:effectLst/>
              </a:rPr>
              <a:t>Revenue Model (Annual)</a:t>
            </a:r>
          </a:p>
          <a:p>
            <a:pPr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Standard Membership ($199):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5,000 users =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$995,000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Elite Membership ($249):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5,000 users =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$1,245,000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Total Projected Revenue: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$2.24M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(Year 1 potential at full capacity)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59A5C-FEFA-348A-759A-548EB105F1AF}"/>
              </a:ext>
            </a:extLst>
          </p:cNvPr>
          <p:cNvSpPr txBox="1"/>
          <p:nvPr/>
        </p:nvSpPr>
        <p:spPr>
          <a:xfrm>
            <a:off x="545401" y="773668"/>
            <a:ext cx="355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Revenue Potential &amp; Investor Value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DF3BD-9DE2-0502-CA58-9814976BB319}"/>
              </a:ext>
            </a:extLst>
          </p:cNvPr>
          <p:cNvSpPr txBox="1"/>
          <p:nvPr/>
        </p:nvSpPr>
        <p:spPr>
          <a:xfrm>
            <a:off x="545401" y="4624252"/>
            <a:ext cx="49508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Investor Benefits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Negotiable equity and revenue share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Founding sponsor visibility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Early access to partnerships &amp; platform data</a:t>
            </a:r>
          </a:p>
        </p:txBody>
      </p:sp>
    </p:spTree>
    <p:extLst>
      <p:ext uri="{BB962C8B-B14F-4D97-AF65-F5344CB8AC3E}">
        <p14:creationId xmlns:p14="http://schemas.microsoft.com/office/powerpoint/2010/main" val="3483603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F10EB8-AB69-96F2-B265-0CA77BCF9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0" i="0" u="none" strike="noStrike">
                <a:solidFill>
                  <a:srgbClr val="FFFFFF"/>
                </a:solidFill>
                <a:effectLst/>
                <a:latin typeface="-webkit-standard"/>
              </a:rPr>
              <a:t>📊 Year 2 Projections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5D2C72-7DCE-C8D1-27FD-897CCCB52F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3876059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51092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F6C35C19-F511-116A-A655-68BBB44E84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325099"/>
              </p:ext>
            </p:extLst>
          </p:nvPr>
        </p:nvGraphicFramePr>
        <p:xfrm>
          <a:off x="1776550" y="1143000"/>
          <a:ext cx="8661262" cy="4697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2711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16882</TotalTime>
  <Words>1238</Words>
  <Application>Microsoft Macintosh PowerPoint</Application>
  <PresentationFormat>Widescreen</PresentationFormat>
  <Paragraphs>127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-webkit-standard</vt:lpstr>
      <vt:lpstr>Aptos</vt:lpstr>
      <vt:lpstr>Arial</vt:lpstr>
      <vt:lpstr>Cambria</vt:lpstr>
      <vt:lpstr>Century Gothic</vt:lpstr>
      <vt:lpstr>Wingdings 3</vt:lpstr>
      <vt:lpstr>Ion Boardroom</vt:lpstr>
      <vt:lpstr>Team 3332 GLOBAL VIRTUAL RUN TEAM “RUN YOUR WORLD… TOGETHER”</vt:lpstr>
      <vt:lpstr>THE PROBLEM</vt:lpstr>
      <vt:lpstr>Despite millions of runners worldwide, many lack access to consistent support, training guidance, and a true sense of community.</vt:lpstr>
      <vt:lpstr>🌍 Introducing the Global Virtual Run Team</vt:lpstr>
      <vt:lpstr>MARKETING</vt:lpstr>
      <vt:lpstr>PowerPoint Presentation</vt:lpstr>
      <vt:lpstr>A Virtual Team.  A Real Experience.  Global fitness industry: $100B+ and growing.  Virtual fitness events and platforms have surged post-2020.  Hybrid fitness platforms like Strava have validated the digital demand.     </vt:lpstr>
      <vt:lpstr>BUSINESS MODEL</vt:lpstr>
      <vt:lpstr>GO-TO-MARKETING STRATEGY</vt:lpstr>
      <vt:lpstr>📊 Long-Term Plan:</vt:lpstr>
      <vt:lpstr>PRODUCT FEATURES</vt:lpstr>
      <vt:lpstr>PowerPoint Presentation</vt:lpstr>
      <vt:lpstr>DEVELOPMENT &amp; TECH STACK</vt:lpstr>
      <vt:lpstr>Financial Summary  </vt:lpstr>
      <vt:lpstr>cont...</vt:lpstr>
      <vt:lpstr>📊 Year 2 Projections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Ernest Smith</dc:creator>
  <cp:lastModifiedBy>Ernest Smith</cp:lastModifiedBy>
  <cp:revision>20</cp:revision>
  <dcterms:created xsi:type="dcterms:W3CDTF">2025-04-09T22:22:49Z</dcterms:created>
  <dcterms:modified xsi:type="dcterms:W3CDTF">2025-06-16T22:49:21Z</dcterms:modified>
</cp:coreProperties>
</file>